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75a75ea9cd4f02" /><Relationship Type="http://schemas.openxmlformats.org/officeDocument/2006/relationships/extended-properties" Target="/docProps/app.xml" Id="Re67ca703a8984897" /><Relationship Type="http://schemas.openxmlformats.org/officeDocument/2006/relationships/officeDocument" Target="/ppt/presentation.xml" Id="R19d62fa6a56145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980994007c4c5f"/>
  </p:sldMasterIdLst>
  <p:notesMasterIdLst>
    <p:notesMasterId xmlns:r="http://schemas.openxmlformats.org/officeDocument/2006/relationships" r:id="R0a8048f230034684"/>
  </p:notesMasterIdLst>
  <p:sldIdLst>
    <p:sldId xmlns:r="http://schemas.openxmlformats.org/officeDocument/2006/relationships" id="256" r:id="R44081ece149642ca"/>
    <p:sldId xmlns:r="http://schemas.openxmlformats.org/officeDocument/2006/relationships" id="257" r:id="R0148736b464c4787"/>
    <p:sldId xmlns:r="http://schemas.openxmlformats.org/officeDocument/2006/relationships" id="258" r:id="R119ec94272ac49e7"/>
    <p:sldId xmlns:r="http://schemas.openxmlformats.org/officeDocument/2006/relationships" id="259" r:id="R7c19212e1d064a37"/>
    <p:sldId xmlns:r="http://schemas.openxmlformats.org/officeDocument/2006/relationships" id="260" r:id="R038653049abb4b62"/>
    <p:sldId xmlns:r="http://schemas.openxmlformats.org/officeDocument/2006/relationships" id="261" r:id="R9ef61c6aac6643a8"/>
    <p:sldId xmlns:r="http://schemas.openxmlformats.org/officeDocument/2006/relationships" id="262" r:id="Rcbffb470e79545f3"/>
    <p:sldId xmlns:r="http://schemas.openxmlformats.org/officeDocument/2006/relationships" id="263" r:id="Rf0b31a48e9fc41d1"/>
    <p:sldId xmlns:r="http://schemas.openxmlformats.org/officeDocument/2006/relationships" id="264" r:id="R65d74f187a8f4d86"/>
    <p:sldId xmlns:r="http://schemas.openxmlformats.org/officeDocument/2006/relationships" id="265" r:id="Re9fea189ba95466f"/>
    <p:sldId xmlns:r="http://schemas.openxmlformats.org/officeDocument/2006/relationships" id="266" r:id="R1a37325fd0fc495e"/>
    <p:sldId xmlns:r="http://schemas.openxmlformats.org/officeDocument/2006/relationships" id="267" r:id="Rccac707f559d4ab0"/>
    <p:sldId xmlns:r="http://schemas.openxmlformats.org/officeDocument/2006/relationships" id="268" r:id="Rdee1016900744123"/>
    <p:sldId xmlns:r="http://schemas.openxmlformats.org/officeDocument/2006/relationships" id="269" r:id="R3749cf9a95ca4f38"/>
    <p:sldId xmlns:r="http://schemas.openxmlformats.org/officeDocument/2006/relationships" id="270" r:id="R047366cf42f9430d"/>
    <p:sldId xmlns:r="http://schemas.openxmlformats.org/officeDocument/2006/relationships" id="271" r:id="R7dfd348ea2b24da4"/>
    <p:sldId xmlns:r="http://schemas.openxmlformats.org/officeDocument/2006/relationships" id="272" r:id="Rf460c062b58a4e74"/>
    <p:sldId xmlns:r="http://schemas.openxmlformats.org/officeDocument/2006/relationships" id="273" r:id="R3e18fc6335cb4c59"/>
    <p:sldId xmlns:r="http://schemas.openxmlformats.org/officeDocument/2006/relationships" id="274" r:id="R560dddeea5ce4074"/>
    <p:sldId xmlns:r="http://schemas.openxmlformats.org/officeDocument/2006/relationships" id="275" r:id="R139ee06b54854f94"/>
    <p:sldId xmlns:r="http://schemas.openxmlformats.org/officeDocument/2006/relationships" id="276" r:id="R0ef7445fcaea4d3c"/>
    <p:sldId xmlns:r="http://schemas.openxmlformats.org/officeDocument/2006/relationships" id="277" r:id="Rd7d46fc7875d441d"/>
    <p:sldId xmlns:r="http://schemas.openxmlformats.org/officeDocument/2006/relationships" id="278" r:id="Rf1bbf13ec29141fc"/>
    <p:sldId xmlns:r="http://schemas.openxmlformats.org/officeDocument/2006/relationships" id="279" r:id="R0f32f0a605f749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3184cc477346f4" /><Relationship Type="http://schemas.openxmlformats.org/officeDocument/2006/relationships/slideMaster" Target="/ppt/slideMasters/slideMaster1.xml" Id="R3a980994007c4c5f" /><Relationship Type="http://schemas.openxmlformats.org/officeDocument/2006/relationships/notesMaster" Target="/ppt/notesMasters/notesMaster1.xml" Id="R0a8048f230034684" /><Relationship Type="http://schemas.openxmlformats.org/officeDocument/2006/relationships/presProps" Target="/ppt/presProps.xml" Id="R93cd5a50712b49f3" /><Relationship Type="http://schemas.openxmlformats.org/officeDocument/2006/relationships/tableStyles" Target="/ppt/tableStyles.xml" Id="Rca06ce34784348c6" /><Relationship Type="http://schemas.openxmlformats.org/officeDocument/2006/relationships/slide" Target="/ppt/slides/slide1.xml" Id="R44081ece149642ca" /><Relationship Type="http://schemas.openxmlformats.org/officeDocument/2006/relationships/slide" Target="/ppt/slides/slide2.xml" Id="R0148736b464c4787" /><Relationship Type="http://schemas.openxmlformats.org/officeDocument/2006/relationships/slide" Target="/ppt/slides/slide3.xml" Id="R119ec94272ac49e7" /><Relationship Type="http://schemas.openxmlformats.org/officeDocument/2006/relationships/slide" Target="/ppt/slides/slide4.xml" Id="R7c19212e1d064a37" /><Relationship Type="http://schemas.openxmlformats.org/officeDocument/2006/relationships/slide" Target="/ppt/slides/slide5.xml" Id="R038653049abb4b62" /><Relationship Type="http://schemas.openxmlformats.org/officeDocument/2006/relationships/slide" Target="/ppt/slides/slide6.xml" Id="R9ef61c6aac6643a8" /><Relationship Type="http://schemas.openxmlformats.org/officeDocument/2006/relationships/slide" Target="/ppt/slides/slide7.xml" Id="Rcbffb470e79545f3" /><Relationship Type="http://schemas.openxmlformats.org/officeDocument/2006/relationships/slide" Target="/ppt/slides/slide8.xml" Id="Rf0b31a48e9fc41d1" /><Relationship Type="http://schemas.openxmlformats.org/officeDocument/2006/relationships/slide" Target="/ppt/slides/slide9.xml" Id="R65d74f187a8f4d86" /><Relationship Type="http://schemas.openxmlformats.org/officeDocument/2006/relationships/slide" Target="/ppt/slides/slide10.xml" Id="Re9fea189ba95466f" /><Relationship Type="http://schemas.openxmlformats.org/officeDocument/2006/relationships/slide" Target="/ppt/slides/slide11.xml" Id="R1a37325fd0fc495e" /><Relationship Type="http://schemas.openxmlformats.org/officeDocument/2006/relationships/slide" Target="/ppt/slides/slide12.xml" Id="Rccac707f559d4ab0" /><Relationship Type="http://schemas.openxmlformats.org/officeDocument/2006/relationships/slide" Target="/ppt/slides/slide13.xml" Id="Rdee1016900744123" /><Relationship Type="http://schemas.openxmlformats.org/officeDocument/2006/relationships/slide" Target="/ppt/slides/slide14.xml" Id="R3749cf9a95ca4f38" /><Relationship Type="http://schemas.openxmlformats.org/officeDocument/2006/relationships/slide" Target="/ppt/slides/slide15.xml" Id="R047366cf42f9430d" /><Relationship Type="http://schemas.openxmlformats.org/officeDocument/2006/relationships/slide" Target="/ppt/slides/slide16.xml" Id="R7dfd348ea2b24da4" /><Relationship Type="http://schemas.openxmlformats.org/officeDocument/2006/relationships/slide" Target="/ppt/slides/slide17.xml" Id="Rf460c062b58a4e74" /><Relationship Type="http://schemas.openxmlformats.org/officeDocument/2006/relationships/slide" Target="/ppt/slides/slide18.xml" Id="R3e18fc6335cb4c59" /><Relationship Type="http://schemas.openxmlformats.org/officeDocument/2006/relationships/slide" Target="/ppt/slides/slide19.xml" Id="R560dddeea5ce4074" /><Relationship Type="http://schemas.openxmlformats.org/officeDocument/2006/relationships/slide" Target="/ppt/slides/slide20.xml" Id="R139ee06b54854f94" /><Relationship Type="http://schemas.openxmlformats.org/officeDocument/2006/relationships/slide" Target="/ppt/slides/slide21.xml" Id="R0ef7445fcaea4d3c" /><Relationship Type="http://schemas.openxmlformats.org/officeDocument/2006/relationships/slide" Target="/ppt/slides/slide22.xml" Id="Rd7d46fc7875d441d" /><Relationship Type="http://schemas.openxmlformats.org/officeDocument/2006/relationships/slide" Target="/ppt/slides/slide23.xml" Id="Rf1bbf13ec29141fc" /><Relationship Type="http://schemas.openxmlformats.org/officeDocument/2006/relationships/slide" Target="/ppt/slides/slide24.xml" Id="R0f32f0a605f749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e9cffe04c743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d86cd26c9647de" /><Relationship Type="http://schemas.openxmlformats.org/officeDocument/2006/relationships/notesMaster" Target="/ppt/notesMasters/notesMaster1.xml" Id="R4d3b44e2a1a0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262acf630549a2" /><Relationship Type="http://schemas.openxmlformats.org/officeDocument/2006/relationships/notesMaster" Target="/ppt/notesMasters/notesMaster1.xml" Id="Rc71b61da92084a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77ba3916824235" /><Relationship Type="http://schemas.openxmlformats.org/officeDocument/2006/relationships/notesMaster" Target="/ppt/notesMasters/notesMaster1.xml" Id="R48a341a2214247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70c2783cd846d3" /><Relationship Type="http://schemas.openxmlformats.org/officeDocument/2006/relationships/notesMaster" Target="/ppt/notesMasters/notesMaster1.xml" Id="R39a68132745f4c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33d080ed534c18" /><Relationship Type="http://schemas.openxmlformats.org/officeDocument/2006/relationships/notesMaster" Target="/ppt/notesMasters/notesMaster1.xml" Id="Rdf79aec841054c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94a3e544bb49f7" /><Relationship Type="http://schemas.openxmlformats.org/officeDocument/2006/relationships/notesMaster" Target="/ppt/notesMasters/notesMaster1.xml" Id="R10004efedd16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c44a3d8ef849d1" /><Relationship Type="http://schemas.openxmlformats.org/officeDocument/2006/relationships/notesMaster" Target="/ppt/notesMasters/notesMaster1.xml" Id="Rd42fd3ed55b0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0cb2d729144dd1" /><Relationship Type="http://schemas.openxmlformats.org/officeDocument/2006/relationships/notesMaster" Target="/ppt/notesMasters/notesMaster1.xml" Id="R141223915c3f4d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c793bb62e34e05" /><Relationship Type="http://schemas.openxmlformats.org/officeDocument/2006/relationships/notesMaster" Target="/ppt/notesMasters/notesMaster1.xml" Id="R6cbcfccd145b44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e9400611224cec" /><Relationship Type="http://schemas.openxmlformats.org/officeDocument/2006/relationships/notesMaster" Target="/ppt/notesMasters/notesMaster1.xml" Id="R8ca45b1d469b49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600ceb86104ef1" /><Relationship Type="http://schemas.openxmlformats.org/officeDocument/2006/relationships/notesMaster" Target="/ppt/notesMasters/notesMaster1.xml" Id="R5ffc7f3875834c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9d77a768ec4f8c" /><Relationship Type="http://schemas.openxmlformats.org/officeDocument/2006/relationships/notesMaster" Target="/ppt/notesMasters/notesMaster1.xml" Id="R7b0ea8e38f9a4c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379dd8f2034484" /><Relationship Type="http://schemas.openxmlformats.org/officeDocument/2006/relationships/notesMaster" Target="/ppt/notesMasters/notesMaster1.xml" Id="Redf8b748824047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73156bedbf4070" /><Relationship Type="http://schemas.openxmlformats.org/officeDocument/2006/relationships/notesMaster" Target="/ppt/notesMasters/notesMaster1.xml" Id="Rb900610abf4a4e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a54063cadc419d" /><Relationship Type="http://schemas.openxmlformats.org/officeDocument/2006/relationships/notesMaster" Target="/ppt/notesMasters/notesMaster1.xml" Id="Rb01b06e0341840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3a8c6518874a95" /><Relationship Type="http://schemas.openxmlformats.org/officeDocument/2006/relationships/notesMaster" Target="/ppt/notesMasters/notesMaster1.xml" Id="R68997551d22441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fea036012c4051" /><Relationship Type="http://schemas.openxmlformats.org/officeDocument/2006/relationships/notesMaster" Target="/ppt/notesMasters/notesMaster1.xml" Id="Rc8d2320ae11940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e9492ababd4fe7" /><Relationship Type="http://schemas.openxmlformats.org/officeDocument/2006/relationships/notesMaster" Target="/ppt/notesMasters/notesMaster1.xml" Id="R28232ce0e7dc4a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af113675fc417b" /><Relationship Type="http://schemas.openxmlformats.org/officeDocument/2006/relationships/notesMaster" Target="/ppt/notesMasters/notesMaster1.xml" Id="Rc60187aa8d504d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df17ba1c054420" /><Relationship Type="http://schemas.openxmlformats.org/officeDocument/2006/relationships/notesMaster" Target="/ppt/notesMasters/notesMaster1.xml" Id="R3f4f807f26a74f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2b7715464b401e" /><Relationship Type="http://schemas.openxmlformats.org/officeDocument/2006/relationships/notesMaster" Target="/ppt/notesMasters/notesMaster1.xml" Id="R7df31d3c11424b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30d40925e74b31" /><Relationship Type="http://schemas.openxmlformats.org/officeDocument/2006/relationships/notesMaster" Target="/ppt/notesMasters/notesMaster1.xml" Id="Ra7332ee5bf884b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891830ee824351" /><Relationship Type="http://schemas.openxmlformats.org/officeDocument/2006/relationships/notesMaster" Target="/ppt/notesMasters/notesMaster1.xml" Id="Ra35670b7b5244e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f83bc4ec7a4927" /><Relationship Type="http://schemas.openxmlformats.org/officeDocument/2006/relationships/notesMaster" Target="/ppt/notesMasters/notesMaster1.xml" Id="R70cdb3f343b743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80426598044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249362ded74b24" /><Relationship Type="http://schemas.openxmlformats.org/officeDocument/2006/relationships/slideLayout" Target="/ppt/slideLayouts/slideLayout1.xml" Id="R881491168c8747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491168c8747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de3f4d81247af" /><Relationship Type="http://schemas.openxmlformats.org/officeDocument/2006/relationships/image" Target="/ppt/media/image.png" Id="R764f369bd59f44ef" /><Relationship Type="http://schemas.openxmlformats.org/officeDocument/2006/relationships/notesSlide" Target="/ppt/notesSlides/notesSlide1.xml" Id="R56d4a3c1d3b345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d6bf655804469" /><Relationship Type="http://schemas.openxmlformats.org/officeDocument/2006/relationships/notesSlide" Target="/ppt/notesSlides/notesSlide2.xml" Id="Rcc79f4ab41154f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f203540d54068" /><Relationship Type="http://schemas.openxmlformats.org/officeDocument/2006/relationships/notesSlide" Target="/ppt/notesSlides/notesSlide3.xml" Id="R15aa0e43311b45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85ac335b549e4" /><Relationship Type="http://schemas.openxmlformats.org/officeDocument/2006/relationships/notesSlide" Target="/ppt/notesSlides/notesSlide4.xml" Id="Ra0bad056d26f4d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419b33f3a4663" /><Relationship Type="http://schemas.openxmlformats.org/officeDocument/2006/relationships/image" Target="/ppt/media/image2.png" Id="Rb72c3cf03c4e4926" /><Relationship Type="http://schemas.openxmlformats.org/officeDocument/2006/relationships/image" Target="/ppt/media/image3.png" Id="Rc344cfe03dd84e96" /><Relationship Type="http://schemas.openxmlformats.org/officeDocument/2006/relationships/notesSlide" Target="/ppt/notesSlides/notesSlide5.xml" Id="Rc875c03e27cb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f4492631c4452" /><Relationship Type="http://schemas.openxmlformats.org/officeDocument/2006/relationships/notesSlide" Target="/ppt/notesSlides/notesSlide6.xml" Id="Rece2186d930d46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646dc1a2c4eca" /><Relationship Type="http://schemas.openxmlformats.org/officeDocument/2006/relationships/notesSlide" Target="/ppt/notesSlides/notesSlide7.xml" Id="R7092e59ec8a745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1be42bdeb4f4b" /><Relationship Type="http://schemas.openxmlformats.org/officeDocument/2006/relationships/notesSlide" Target="/ppt/notesSlides/notesSlide8.xml" Id="Reae50b9471cd4c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948fa130747d6" /><Relationship Type="http://schemas.openxmlformats.org/officeDocument/2006/relationships/notesSlide" Target="/ppt/notesSlides/notesSlide9.xml" Id="Re75a27080706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d382a4c9f486f" /><Relationship Type="http://schemas.openxmlformats.org/officeDocument/2006/relationships/image" Target="/ppt/media/image4.png" Id="R14f20b917980432a" /><Relationship Type="http://schemas.openxmlformats.org/officeDocument/2006/relationships/notesSlide" Target="/ppt/notesSlides/notesSlide10.xml" Id="Rafef2bc1e8f248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cc519f2d400b" /><Relationship Type="http://schemas.openxmlformats.org/officeDocument/2006/relationships/image" Target="/ppt/media/image5.png" Id="R4393859ec9f34ea2" /><Relationship Type="http://schemas.openxmlformats.org/officeDocument/2006/relationships/notesSlide" Target="/ppt/notesSlides/notesSlide11.xml" Id="R486aa9291d7a44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d27ef93704031" /><Relationship Type="http://schemas.openxmlformats.org/officeDocument/2006/relationships/notesSlide" Target="/ppt/notesSlides/notesSlide12.xml" Id="R902ac56af53c41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b620d4634eac" /><Relationship Type="http://schemas.openxmlformats.org/officeDocument/2006/relationships/notesSlide" Target="/ppt/notesSlides/notesSlide13.xml" Id="R51aec0116fbb4c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aaa7ffc964a0c" /><Relationship Type="http://schemas.openxmlformats.org/officeDocument/2006/relationships/notesSlide" Target="/ppt/notesSlides/notesSlide14.xml" Id="R1573eb392beb42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9ec2b1cf84961" /><Relationship Type="http://schemas.openxmlformats.org/officeDocument/2006/relationships/image" Target="/ppt/media/image6.png" Id="R64d48f3fb09f4b9b" /><Relationship Type="http://schemas.openxmlformats.org/officeDocument/2006/relationships/notesSlide" Target="/ppt/notesSlides/notesSlide15.xml" Id="Re94a0c5a5a4546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8e0ef55484202" /><Relationship Type="http://schemas.openxmlformats.org/officeDocument/2006/relationships/image" Target="/ppt/media/image7.png" Id="Ra1d8283fd23d4ef6" /><Relationship Type="http://schemas.openxmlformats.org/officeDocument/2006/relationships/notesSlide" Target="/ppt/notesSlides/notesSlide16.xml" Id="R5fb1ed02701348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fc5d7a54c4888" /><Relationship Type="http://schemas.openxmlformats.org/officeDocument/2006/relationships/image" Target="/ppt/media/image8.png" Id="R1f6c3107a6b241cd" /><Relationship Type="http://schemas.openxmlformats.org/officeDocument/2006/relationships/image" Target="/ppt/media/image9.png" Id="R7b44e64739f64cf6" /><Relationship Type="http://schemas.openxmlformats.org/officeDocument/2006/relationships/image" Target="/ppt/media/image10.png" Id="R003dfad8842147b1" /><Relationship Type="http://schemas.openxmlformats.org/officeDocument/2006/relationships/image" Target="/ppt/media/image11.png" Id="R1f0537c9e924421d" /><Relationship Type="http://schemas.openxmlformats.org/officeDocument/2006/relationships/notesSlide" Target="/ppt/notesSlides/notesSlide17.xml" Id="R016c7f306c914c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d80dddd4c4592" /><Relationship Type="http://schemas.openxmlformats.org/officeDocument/2006/relationships/image" Target="/ppt/media/image12.png" Id="Ra07d942f0a684fe6" /><Relationship Type="http://schemas.openxmlformats.org/officeDocument/2006/relationships/image" Target="/ppt/media/image13.png" Id="R4645ded36b4f44da" /><Relationship Type="http://schemas.openxmlformats.org/officeDocument/2006/relationships/image" Target="/ppt/media/image14.png" Id="R16fcc1651d414be5" /><Relationship Type="http://schemas.openxmlformats.org/officeDocument/2006/relationships/image" Target="/ppt/media/image15.png" Id="R47eb52a144df4f25" /><Relationship Type="http://schemas.openxmlformats.org/officeDocument/2006/relationships/notesSlide" Target="/ppt/notesSlides/notesSlide18.xml" Id="R1cbb5df82b1640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6220a738c4971" /><Relationship Type="http://schemas.openxmlformats.org/officeDocument/2006/relationships/notesSlide" Target="/ppt/notesSlides/notesSlide19.xml" Id="R8b1173978dd443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d6c3d14f54474" /><Relationship Type="http://schemas.openxmlformats.org/officeDocument/2006/relationships/image" Target="/ppt/media/image16.png" Id="Rdd301a883194431a" /><Relationship Type="http://schemas.openxmlformats.org/officeDocument/2006/relationships/image" Target="/ppt/media/image17.png" Id="Rda7b19b52b6f4d1b" /><Relationship Type="http://schemas.openxmlformats.org/officeDocument/2006/relationships/image" Target="/ppt/media/image18.png" Id="R45c13097a3614158" /><Relationship Type="http://schemas.openxmlformats.org/officeDocument/2006/relationships/image" Target="/ppt/media/image19.png" Id="R4082cccacd994f5f" /><Relationship Type="http://schemas.openxmlformats.org/officeDocument/2006/relationships/image" Target="/ppt/media/image20.png" Id="R9be9006bac264bfd" /><Relationship Type="http://schemas.openxmlformats.org/officeDocument/2006/relationships/notesSlide" Target="/ppt/notesSlides/notesSlide20.xml" Id="R4d139bc5ac4d48a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24f21d91c474e" /><Relationship Type="http://schemas.openxmlformats.org/officeDocument/2006/relationships/notesSlide" Target="/ppt/notesSlides/notesSlide21.xml" Id="R5ae684e19c8d40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eb1504cd452c" /><Relationship Type="http://schemas.openxmlformats.org/officeDocument/2006/relationships/image" Target="/ppt/media/image.jpeg" Id="R38a3eaf6480b4829" /><Relationship Type="http://schemas.openxmlformats.org/officeDocument/2006/relationships/notesSlide" Target="/ppt/notesSlides/notesSlide22.xml" Id="R635f692df86c463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06703c04b4302" /><Relationship Type="http://schemas.openxmlformats.org/officeDocument/2006/relationships/notesSlide" Target="/ppt/notesSlides/notesSlide23.xml" Id="R84aba48211a24a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3e81a54404cac" /><Relationship Type="http://schemas.openxmlformats.org/officeDocument/2006/relationships/notesSlide" Target="/ppt/notesSlides/notesSlide24.xml" Id="R000beeefc35546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FC37F-9F64-468E-9631-DBA9093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15E34-77F3-49D0-8E74-80151CE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BB6B2-EF55-4638-97F5-146ADF9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7225"/>
            <a:ext cx="1009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f369bd59f44ef"/>
          <a:stretch xmlns:a="http://schemas.openxmlformats.org/drawingml/2006/main"/>
        </p:blipFill>
        <p:spPr>
          <a:xfrm xmlns:a="http://schemas.openxmlformats.org/drawingml/2006/main">
            <a:off x="744848" y="666750"/>
            <a:ext cx="986805" cy="99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4B921-D138-4DCF-B10B-4D86735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0965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Perancangan dan Implementasi Back-End Sistem Informasi untuk Mendukung Digitalisasi Bisnis Pemancingan S Menggunakan Metodologi Rapid Application Development (RAD)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0C63F-9480-4534-B73D-BF8B2D9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51FC9-832F-45DE-80D9-3E3BBA4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Raka Bagaskara Putra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CDBC3-8277-4A7A-991A-CAFE03A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F1E122183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DBD0-293C-4600-B8CD-85761B5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Program Studi Sistem Informasi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Jurusan Teknik Elektro dan Informatika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Fakultas Sains dan Teknologi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Universitas Jambi,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84E50-E5AE-4396-A513-5E9DEF14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Sidang Skripsi</a:t>
            </a:r>
          </a:p>
        </p:txBody>
      </p:sp>
    </p:spTree>
    <p:extLst>
      <p:ext uri="{BB962C8B-B14F-4D97-AF65-F5344CB8AC3E}">
        <p14:creationId xmlns:p14="http://schemas.microsoft.com/office/powerpoint/2010/main" val="1307289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92B2F-E908-46F7-BDFF-52E8F9B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F78D-3112-4DB3-9CBE-D28224E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6612A-FB88-49F0-87E9-552856D8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KONTEKS MASALAH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583F-3524-4D28-A507-6D81CC49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5FFAA-F3CB-4E03-9A00-B0C06D9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3AB23-9813-47D5-8ED2-002BF730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Operasional masih bertumpu pada catatan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0B797-5101-4B72-A5FC-C062C81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59DE-8D41-4E99-BCF2-4A18C6E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5BA1F-9C23-4088-AB68-44AD1FF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Transaksi dicatat di buku tulis tanpa format standar.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1F060-7C2E-4E2A-BE93-340969BF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C5497-7A98-43A1-B9FC-794BDCF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diinput ulang ke aplikasi pihak ketiga oleh pemilik.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6FF38-7B29-46A4-96CB-561C0B8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653EB-7559-41B4-9A1C-BAB36FF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Verifikasi pelanggan masih bergantung pada hafalan pegawai.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A8E0E-F88E-4E4A-BFA7-2972A0F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84FF2-0245-4556-9543-8983FCB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transaksi, stok, rental, dan laporan belum berada di satu sistem.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6CC32-3AF3-41BB-85ED-1F1975D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4261A-EFFB-4FF9-842C-A83B72F4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2077A-08A8-441D-A181-DE4D433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Buku tulis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58305-7F82-4A78-ADED-80FAB8B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5104F-BD1A-49E7-BB80-01708F8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099C7-73C1-47A9-B734-F9E0C231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1907E-2CA5-42D5-9DD1-6F37E65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Input ulang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FF4A1-D4A0-4FD5-85AE-81223B2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B5BC2-FC90-4593-A6C5-4518CD3B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4AD54-0167-4B96-98CB-6CB1FBF5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F26AC-6EDF-4931-820D-3F75C507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Rekap terlambat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ECD02-9D0C-4EC9-BBA5-E8DFE344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E2A0C-3A4B-4C3F-A51E-AA6CB49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2C5F2-5EFA-461B-998F-91479B4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1-3 hari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7C182-2CD2-4D5E-BCE0-3C55319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Jeda rekap transaksi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7D9E7-65B1-4155-A7E8-ED4F362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5AF45-67DF-46CF-ACC9-769B5D05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EED08C-882F-4FE1-AD48-CEB0D7F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67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Terpisah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29131-F035-48C0-8277-B7E5D85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Sumber data operasional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2A07A-1907-470D-90F9-AFEE01C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Latar Belakang dan Ringkasan skripsi.</a:t>
            </a:r>
          </a:p>
        </p:txBody>
      </p:sp>
    </p:spTree>
    <p:extLst>
      <p:ext uri="{BB962C8B-B14F-4D97-AF65-F5344CB8AC3E}">
        <p14:creationId xmlns:p14="http://schemas.microsoft.com/office/powerpoint/2010/main" val="797527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EEB93-E35E-4515-A25C-0A3462C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7F447-B0A0-47D6-B847-BA079E1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101E-9BE4-4FE3-8721-9B44D7D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ARAH PENELITIAN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B5ADA-6A3C-4778-B9AA-991678B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49FB8-5487-4C74-BC7D-71E9316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2A4F-0FC0-44CF-A03C-8260A849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Penelitian menjawab kebutuhan back-end yang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A6BE7-ADEB-40F3-A356-4D35C57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94741-D453-46D0-B6E7-B09842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Rumusan masalah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8C320-5FCB-4802-BD9D-ABA5E348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B9123-3E71-4822-908A-8D8A661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analisis kebutuhan back-end mendukung operasional Pemancingan 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B98B-84CA-4B70-9060-610B702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7314-1C90-4DA3-9596-EF85EE2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rancangan dan implementasi back-end menggunakan RAD?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973C9-C905-4264-A59D-D550EA1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Tujuan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F8F5C-46FE-441B-8623-C4B2380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9E37A-00D0-4E56-A19A-6C71129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Menganalisis kebutuhan sistem sesuai proses operasional.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747FD-235B-470B-8A7D-305815A4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8FB0F-587C-4F50-AF32-F908D12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Merancang dan mengimplementasikan back-end berbasis web yang terintegrasi.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0664E-FE63-419C-A8AC-F1DBAD3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B0E0B-4237-4386-8DCF-178B293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A56E-B895-4B69-8E60-7D150CE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74BAB-F75E-4E99-B63D-2CE06E4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64C1C-D2B4-4A9E-B2D6-DA5F3B1C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65E62-76D4-4A57-9019-B4DC2C3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BE8BD-8B62-4652-A63E-A0E2904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0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Rancangan back-end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1AE67-F8E8-449C-9B04-37332202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C12D8-1281-41F7-8ACE-B056AE2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BFC92-EBE2-42A4-80BF-0AB8069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5ADE2-9F80-4045-9614-D05C2CB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Implementasi API</a:t>
            </a:r>
          </a:p>
        </p:txBody>
      </p:sp>
    </p:spTree>
    <p:extLst>
      <p:ext uri="{BB962C8B-B14F-4D97-AF65-F5344CB8AC3E}">
        <p14:creationId xmlns:p14="http://schemas.microsoft.com/office/powerpoint/2010/main" val="1592004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5A0F-F125-43BA-B93A-70AAA2E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DBF6-1732-426F-8681-04743DC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B9ED5-3666-4AC3-A771-55116009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RUANG LINGKUP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2C8DF-A096-4C10-899D-6470FC2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2E31-1230-4E41-B967-2ACE951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B8C03-DBD9-425C-9ECD-DBB06EE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Batasan menjaga fokus pada layanan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CEB6-C5BF-4869-8282-8523480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2A60-AED4-4FC9-9788-6027B1C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1FED1-139E-4349-8828-A92FD7B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Fokus pada analisis kebutuhan, perancangan, dan implementasi back-end.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8AF4E-29EA-4438-ADC3-0E8E01F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25159-C87D-4334-B99C-DF3E65D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Metode pengembangan: RAD dengan model System Prototyping.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2C7F0-59C0-4A16-93B2-2FA521D3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F875C-D86E-44FD-9A3E-99F79B1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inti: transaksi, stok ikan, penyewaan alat, dan laporan.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1F156-F331-4F3D-B7C5-747FC83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4B39E-B9B6-424D-AD67-ABFF960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pendukung: autentikasi, role, member, voucher, notifikasi, konfigurasi, API.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99578-811D-4AD8-A699-DAF7452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66DD8-BE35-41E7-A2BF-7330D1F7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Front-end dibahas sebagai prototype integrasi dari penelitian sebelumnya.</a:t>
            </a:r>
          </a:p>
        </p:txBody>
      </p:sp>
    </p:spTree>
    <p:extLst>
      <p:ext uri="{BB962C8B-B14F-4D97-AF65-F5344CB8AC3E}">
        <p14:creationId xmlns:p14="http://schemas.microsoft.com/office/powerpoint/2010/main" val="1653546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5CBCD-1548-4A80-8290-BBC4DEB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AEF54-6DA6-4A88-AE0F-1A99FAC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17A1-849E-4894-8078-65D4E3BC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METODOLOGI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79C47-CB04-4E34-9BBF-E9C8DCA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755D-14C7-4C19-BCB0-FB137848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345BC-A713-43A3-9877-68107AE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RAD dipakai untuk mengembangkan prototype secara iteratif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E464F-5C8F-4B34-BBE1-721C83D2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B7D76-4820-43BF-9D26-874E774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876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c3cf03c4e4926"/>
          <a:stretch xmlns:a="http://schemas.openxmlformats.org/drawingml/2006/main"/>
        </p:blipFill>
        <p:spPr>
          <a:xfrm xmlns:a="http://schemas.openxmlformats.org/drawingml/2006/main">
            <a:off x="800100" y="1816512"/>
            <a:ext cx="4857750" cy="19867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82DFB-4AA7-4A48-BB95-C28EE34C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2. Tahapan System Prototyping dalam RAD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52BA6-4319-4677-9CF8-237A3AC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22098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4cfe03dd84e96"/>
          <a:stretch xmlns:a="http://schemas.openxmlformats.org/drawingml/2006/main"/>
        </p:blipFill>
        <p:spPr>
          <a:xfrm xmlns:a="http://schemas.openxmlformats.org/drawingml/2006/main">
            <a:off x="7412553" y="1666875"/>
            <a:ext cx="1500744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2D258-2F4E-405A-9F2C-4C593D4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48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4. Kerangka kerja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A22D1-DB0D-4F04-9332-40D0E22C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65C0-876D-4588-98A7-0D8C0AF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Planning mengidentifikasi masalah dan ruang lingkup.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EE91A-7B30-45B6-B4F6-A5E4A1E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D35FE-CEF3-4267-9CDC-98893EA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Analysis memetakan kebutuhan, aktor, data, serta proses bisnis.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A568E-DBAA-4A30-9DD3-F5E5511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3AA29-88C7-4DBC-B6C9-1BB42CE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Design menerjemahkan kebutuhan ke UML, database, dan API.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0596C-D84A-488D-8994-2029BD8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27406-7F71-479D-B6D4-06DFCE7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Implementation membangun Laravel, MySQL, integrasi, dan evaluasi.</a:t>
            </a:r>
          </a:p>
        </p:txBody>
      </p:sp>
    </p:spTree>
    <p:extLst>
      <p:ext uri="{BB962C8B-B14F-4D97-AF65-F5344CB8AC3E}">
        <p14:creationId xmlns:p14="http://schemas.microsoft.com/office/powerpoint/2010/main" val="186862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A9171-A19A-4202-A072-104E4E3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5F2E2-AC98-4EFE-A1C8-A68DB27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866A-F476-415B-BCB8-61C8717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PENGUMPULAN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89DCF-D55D-463E-B8F2-489F12B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C7744-F055-474D-A860-21E7DA0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12437-9752-4BDE-B538-BE109CAC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Data lapangan dikumpulkan dari proses nyata Pemancingan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642C-014E-4BBC-9286-FCB0F0D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9025-4E44-4A74-9CD7-DD695E69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4ADDC-C9E1-4D0A-8300-90ED159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D8565-4E8F-423C-B265-D32921F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Hok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2213D-5AA7-45AF-B1AD-14DEDD7C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Lokasi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81110-E1E6-4215-AD77-F8DBEFF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Kec. Jambi Selatan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0D23E-5977-47A7-A48C-EE44780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76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DE955-87CB-4FAB-8A11-F766950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7135B-BCD5-4AFF-9F59-04CD07D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Nov 2025-Mar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D8854-333A-4E59-8F6B-99F9BC2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Periode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61E9A-EFD0-4821-898C-EB3728BC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Teknik pengumpulan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C5D3-2052-4115-8CDE-1179424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CE4C1-4412-4E1A-80D0-69B512C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Studi literatur untuk teori sistem informasi, RAD, Laravel, MySQL, dan evaluasi.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64C5F-DE29-4D61-ABEE-959AB598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726C1-CC5C-4D24-B390-184B3103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Observasi aktivitas transaksi, stok, penyewaan, dan laporan.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E4884-63E1-46ED-BE61-6DD6290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E48F0-3159-403E-8D46-E1F84DC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pemilik dan pegawai untuk menggali masalah dan kebutuhan.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C1D30-51E5-49FF-B5FF-F8FE208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6093F-F3B1-4137-858E-774156B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5782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terbatas pelanggan untuk memahami alur layanan.</a:t>
            </a:r>
          </a:p>
        </p:txBody>
      </p:sp>
    </p:spTree>
    <p:extLst>
      <p:ext uri="{BB962C8B-B14F-4D97-AF65-F5344CB8AC3E}">
        <p14:creationId xmlns:p14="http://schemas.microsoft.com/office/powerpoint/2010/main" val="1472673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59E33-E34C-4800-B285-1E853B8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C9AD1-D96C-40F6-9C53-0B66DBF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243A7-E5C1-4051-9410-00890BF1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6DA2C-1BE4-4DE8-8A9E-FA9B28E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4A37-79C4-4D35-817B-A1D54C3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5CCC0-2D83-469F-980D-AC0F3EB9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Planning menetapkan masalah, ruang lingkup, dan kebutuhan awal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EF3E4-71D6-44DF-B97F-6D69F6F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C17FF-E28A-4FCA-A97E-A8A13E84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2327A-078E-422A-BC90-108618E1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C001-69BE-4E0C-B6C3-4881ED5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Observasi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4703E-F132-4314-B359-EC439C4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8B9DB-C253-46B6-88D2-5EC90EA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8D7C7-C8EF-4D81-8805-658CA6A9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29C9C-A21F-4344-870D-8C856FA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Wawancara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24F49-9F87-406C-973D-F4B1001E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FE3E-3B18-4646-BF1B-17845F8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03AA1-2755-492B-A094-45DF875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34EE0-878F-4E0D-B385-1F47A81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Identifikasi masalah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2A0B4-885D-4204-BB7B-8FC51B5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71316-D7D1-4509-AE1D-5858788D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C2F08-A175-4D6D-99FB-5F38EDD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98D98-7A42-492D-BF86-EE624B0D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Rencana kerja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F4B26-07CB-4865-9D5C-B274BFF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43962-AA6B-448F-85E9-DDE9EFC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Masalah utama: transaksi manual, stok belum terhubung, laporan kurang efektif.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91582-FADC-4368-BE99-FDA4C4EE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3AD6B-AF7B-4B5C-A70B-9BF5462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433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Ruang lingkup ditetapkan pada back-end dan integrasi dengan prototype UI.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72139-BF7D-43DF-808B-CF983D1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8D87-4864-4C02-8693-9D98D84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577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Aktor awal: Owner, Employee, Member.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CD4ED-B952-4A0C-9654-B7A3BFC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75412-CF43-4497-A202-E59E33FA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Output tahap: kebutuhan awal, proses utama, dan acuan pengembangan berikutnya.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50D91-BAD4-4315-8767-0F98F28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Tahap Perencanaan (Planning), BAB IV.</a:t>
            </a:r>
          </a:p>
        </p:txBody>
      </p:sp>
    </p:spTree>
    <p:extLst>
      <p:ext uri="{BB962C8B-B14F-4D97-AF65-F5344CB8AC3E}">
        <p14:creationId xmlns:p14="http://schemas.microsoft.com/office/powerpoint/2010/main" val="2134700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B1421-10DD-419A-915E-8B4BF79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90C69-EC5E-448B-8180-69DA4C69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E9A7-1FF2-4EEC-96BA-CB84837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BDF9-73AB-4AB9-AEBF-6041206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F334-6CE3-4768-B64C-8166D2E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1C077-55F3-4362-AFAB-D618654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Analysis mengubah temuan lapangan menjadi kebutuhan sistem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405A3-69E7-447F-AE29-AC2A1DC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28E05-0BB6-4A26-BD87-AFEF222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7C17A-9FFE-4BC2-83B2-99EB7E0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F5D06-37A5-431A-9B5A-4C7D5C0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53BF1-27E3-4691-B493-1F4DD98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fungsional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C4A75-4CF5-4DD3-932D-8519E72D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0E065-D818-4522-BEE1-4474F0E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724F8-65BA-44AC-8D3F-4357483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5BBCF-D501-4DF7-872A-2B8AA26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57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F2A3F-6CCA-4F90-89CC-4AF40A2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non-fungsional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7CA4B-5B88-4CC4-8CA1-C61F4DB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B92AB-81F0-4612-81B2-4F0A757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C9272-2FB1-4331-9CB9-3F1C45C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F6E95-E1F4-44DB-A661-1C2EDE78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4607C-AE7E-459F-863A-32BE1F0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28B18-1512-4E28-BCCB-763FB14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646DA-BF9C-43CE-ADCA-BC534B5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DFD7E-1141-4773-A284-C58EFBD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1A46D-1E61-46A9-9E89-4E76CA7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83D55-0EE6-4F91-AD43-DF4BEEE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Aktor sistem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2EC61-0398-4D1F-8843-24EBA3C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2041C-F1EA-48A5-8FA8-013D846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7322B-8F44-4C5A-BC92-311376C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Fungsi inti mencakup autentikasi, member, kedatangan, pesanan, checkout, stok, voucher, laporan, dan API.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744EB-068C-416F-8EF6-A47CF13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C827A-EAA5-4603-839E-7B865419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Kualitas sistem menekankan autentikasi, pembatasan role, validasi, integritas data, dan integrasi API.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B87E6-636B-4627-896D-E0CAC500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35FF3-8483-47C7-BDAC-5D19B46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utama meliputi pengguna, member, ikan, stok, menu, rental, transaksi, voucher, notifikasi, dan konfigurasi.</a:t>
            </a:r>
          </a:p>
        </p:txBody>
      </p:sp>
    </p:spTree>
    <p:extLst>
      <p:ext uri="{BB962C8B-B14F-4D97-AF65-F5344CB8AC3E}">
        <p14:creationId xmlns:p14="http://schemas.microsoft.com/office/powerpoint/2010/main" val="497623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E4AAE-B11C-465A-AD08-AF628A8C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504A8-E24F-4232-9F1E-830C6C0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D1A75-DEEF-44FC-BE63-D683FFB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5DEBE-6370-4154-AC4E-4F70B80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CBA6-B5C5-41D5-8D10-F348B91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007D-8FFE-44E9-AC00-B6FFF02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Sistem usulan menyatukan alur yang sebelumnya terpisah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6C40-056B-4D1C-ABB5-BCD9A94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CDCA-F2ED-4544-989A-8D8895D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E1D5E-E173-43C7-AAAD-621C1B5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9DEB-074E-45B4-AA5C-4FCC48D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F03F3-CDEB-4877-ABB0-90755CE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375F6-476B-44B4-980C-E13085A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Berjalan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D1047-B468-4C60-A589-A6447FC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Usulan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6CE0-7C67-49EB-B25D-5BB8FBC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429E3-9800-40AD-BCBC-577EC0E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Transaksi dicatat di buku tulis.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DB527-472E-439E-B706-A50225D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3ED78-4071-4A73-8286-4C7713E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Pemilik melakukan input ulang.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09CAB-B9D0-49AB-824C-0D36F52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1F5A8-BB12-48A1-8540-A0DA5E73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divalidasi dari ingatan pegawai.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E6998-7ACA-400F-92E0-82945E6A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613E6-1EA0-4A84-AF9B-94D999B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Stok dan laporan tidak otomatis terhubung.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C6999-18F2-4AD4-80B0-E8DC064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54684-E533-4C61-B5E0-05A22EC4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masuk melalui layanan back-end.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D85EC-2511-4B61-A726-4650FB6D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BE1EA-ABAD-4194-80EC-C515BC8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Role menentukan hak akses setiap aktor.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FCDB7-F237-4123-B84B-DF7CFD5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865DD-6DA8-473D-BB19-697437C9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Member, transaksi, stok, voucher, dan laporan memakai basis data yang sama.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C196F-7BC7-4D98-B527-37F6028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1138A-4617-41F5-A994-B872876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Dashboard dan laporan mengambil data operasional terkini.</a:t>
            </a:r>
          </a:p>
        </p:txBody>
      </p:sp>
    </p:spTree>
    <p:extLst>
      <p:ext uri="{BB962C8B-B14F-4D97-AF65-F5344CB8AC3E}">
        <p14:creationId xmlns:p14="http://schemas.microsoft.com/office/powerpoint/2010/main" val="1699408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1D229-52FD-4C04-9C39-471E4A8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31418-F830-4533-8767-7C2A35A2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0CBDC-DFAD-4D27-ACA9-6389DF6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D362A-858C-4819-B5B4-08C66572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0F339-58C7-4FAD-B084-4AEE36E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4DEB-8CE4-43E2-BEDE-DD433F0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Use case memusatkan tiga aktor pada proses operasional inti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61CE-E6AA-46A9-9D85-DEB6E77C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2815-FD28-428A-989B-9463824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62100"/>
            <a:ext cx="716280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20b917980432a"/>
          <a:stretch xmlns:a="http://schemas.openxmlformats.org/drawingml/2006/main"/>
        </p:blipFill>
        <p:spPr>
          <a:xfrm xmlns:a="http://schemas.openxmlformats.org/drawingml/2006/main">
            <a:off x="4578071" y="1571625"/>
            <a:ext cx="3035858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EDD69-B28A-4252-9F6C-D1F4495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81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5. Use Case Diagram Umum Sistem Informasi Pemancingan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B433F-829F-4CB5-AF36-3315126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Aktor: Pemilik, Pegawai, Member.</a:t>
            </a:r>
          </a:p>
        </p:txBody>
      </p:sp>
    </p:spTree>
    <p:extLst>
      <p:ext uri="{BB962C8B-B14F-4D97-AF65-F5344CB8AC3E}">
        <p14:creationId xmlns:p14="http://schemas.microsoft.com/office/powerpoint/2010/main" val="1122073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C9BB6-1845-4A09-AB0E-8A9E914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EDD7B-CEA9-4671-9213-0CFB047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0A9C9-3AEF-4CEB-94F8-A86345D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7DDD-AE49-42F8-BF58-7C0EFAF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ADA6E-6121-4AEC-8DD3-85998CC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D1A98-3ADB-427C-BA4E-9340E578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Class diagram menggambarkan relasi data dan logika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23FF3-EC77-4101-82AA-A638373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341BC-C0A9-43B2-BB9F-479E7B8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62100"/>
            <a:ext cx="1049655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612AF-7782-413A-9A9F-C8E4FB84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39. Class Diagram Sistem Informasi Pemancingan S - Revisi Layout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3859ec9f34ea2"/>
          <a:stretch xmlns:a="http://schemas.openxmlformats.org/drawingml/2006/main"/>
        </p:blipFill>
        <p:spPr>
          <a:xfrm xmlns:a="http://schemas.openxmlformats.org/drawingml/2006/main">
            <a:off x="2339975" y="1571625"/>
            <a:ext cx="751205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3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C4AA2-CA57-4653-977E-8E718ED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F68AE-E024-402C-9779-37CFF67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76085-A321-4D3E-A859-32EF5798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DF74-DC27-42C0-89C0-05DA0D7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CA736-1C84-44DD-BB29-D78B50C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B7D5B-CED1-405B-AF08-4440FBCB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Rancangan database menata entitas utama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162C7-7E0C-4A43-92BD-EDD4395C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986B9-4EB6-4714-A113-4B5F84E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76FF-ABCC-43FA-A828-480EB78F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94527-AB89-4E32-B894-5FC4874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DE46F-4889-4C0D-97E5-CC90686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Entitas rancangan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04099-B44E-4366-B214-74E3F57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E3621-2917-4078-A1D9-A0DCAC6F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6EDE1-17CA-4972-B966-E62FDF0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B8073-FA08-4C0E-A389-A479C369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05ECC-E055-48DA-A87C-4C3C090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Kelompok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C3B92-0D00-4D33-89DF-8CE8F38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Pengguna, transaksi, stok, layanan, konfigurasi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BA3AE-B6EE-476B-8F14-F280CDD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Entitas kunci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78328-3B24-40B9-B465-6577E66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E49B0-DF4D-47F0-B8D8-C8560EE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User, Member, Member 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48E39-BCBD-4917-BE7E-52597E1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D6AD7-7440-4BCA-80A8-643BEB68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Arrival, Pending Order, Transaksi, Transaction 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09DA8-95C4-4BCF-97ED-C79AC9F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E249E-3151-4692-BC39-E6018C48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Tipe Ikan, Stok Ikan, Riwayat Restok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88825-55C8-4D8F-804E-CB59907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2E9B4-0BB2-41D8-BB99-A98E5E1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Menu, Rental Item, Voucher, Notifikasi, 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ED657-101E-4057-B72A-EABF2C4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48A4D-5B3F-4B1B-9129-B33663E6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Konfigurasi Guest dan QRIS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0C290-6185-4FCD-8B47-79AF13D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88F22-E8E7-4F0B-A5B9-844E408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3BD3B-9A4E-4283-B877-2D08D432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082AD8-AD5B-4DC4-8064-E50C8ED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46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3B543-06FA-4F73-BCB9-12501DA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052E5F-F657-40B3-B778-B9A4099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F3B35-5390-4D8F-A0FE-3E83FA8E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6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Kedatangan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9E65E-5331-4E4D-9351-34F19209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0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F5F2F0-9904-49FD-A967-0F7B3D6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1C85F8-1215-446F-969F-76BBB07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B6A4B3-E562-4D09-8F0C-1695B3F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0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Pesanan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973AB-B811-4278-B89C-1D62E0AA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94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1B374-31BD-4F0D-8FDF-F706F49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C4F19A-6513-47A5-8EB1-3ED6799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D22D44-E8A6-4CBB-B3AE-F6C3670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Transaksi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4A2973-CDF9-4F0D-9DF8-596F5C5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EC30C1-52B3-4B12-95C8-11A538D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E3B587-F8F7-4A9D-B031-52C5AAA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F54D3F-AE06-491B-81CF-07F72F76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38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Laporan</a:t>
            </a:r>
          </a:p>
        </p:txBody>
      </p:sp>
    </p:spTree>
    <p:extLst>
      <p:ext uri="{BB962C8B-B14F-4D97-AF65-F5344CB8AC3E}">
        <p14:creationId xmlns:p14="http://schemas.microsoft.com/office/powerpoint/2010/main" val="5742724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BF4DE-DEE9-4493-A3F1-EB93F51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06861-E501-47D4-8D07-E0636D5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0469-65DC-4FA2-8557-40B6D3F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B5C0A-E187-4FC1-96F4-F5ED617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D3550-CEA7-43F2-A056-04A5524D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30C5B-52A3-4DB6-B044-8F0982A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API dirancang sebagai jembatan data antarmuka dan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99D33-7933-4C59-8BFF-E24660C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1EF1D-663A-4EFE-8BF8-42BD99C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717E0-B1EB-4638-BB0E-1970D9F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4717-26C5-482D-BB78-4184ACC0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6B660-73DC-4B94-BA40-1A93FE0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Endpoint rancangan utama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B3245-5299-442E-B4CB-05C2BF3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D65E9-BAA1-4675-83D8-D44DFCA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36889-5678-4FA4-B393-C45142F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/api/login untuk autentikasi pengguna.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3746B-DAF4-401E-B3BD-68BA85B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45085-3A1E-425B-92F3-25AC5B6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/api/register untuk registrasi member.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FB0E2-A303-48EB-BF03-36701AE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CB048-DB98-414E-AFF1-7BC4948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/api/member/profile untuk profil dan dashboard member.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73F32-A790-4148-816F-7EDF01A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82D22-6898-41BD-9414-B00F93C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/api/employee/check-in untuk mencatat kedatangan.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76CB0-7720-4DA2-87EF-170B4BD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AC3A3-5EE7-4EDC-BE75-719C27EE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/api/employee/checkout untuk menyelesaikan transaksi.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1AD75-7383-4171-B433-B0707F4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DA235-6B69-4953-9FE1-5E95B5EB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528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/api/owner/reports/summary untuk laporan pemilik.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554B0-A326-4460-9913-1003CC5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Swagger hanya diposisikan sebagai dokumentasi endpoint, bukan fokus pembahasan utama.</a:t>
            </a:r>
          </a:p>
        </p:txBody>
      </p:sp>
    </p:spTree>
    <p:extLst>
      <p:ext uri="{BB962C8B-B14F-4D97-AF65-F5344CB8AC3E}">
        <p14:creationId xmlns:p14="http://schemas.microsoft.com/office/powerpoint/2010/main" val="10299000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68B18-B937-47E1-AD78-EBDE4F3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97A8-C0E0-47D8-BFA5-89E0E48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0C4FA-9BEE-4B57-8BB3-4536429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ARSITEKTUR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DE831-3054-4B85-89C8-EDCDC203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9FBD-E7DF-4B57-8D4C-532E311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E2645-AAFB-44EA-8FD0-E6DE8B3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Back-end menjadi pusat integrasi antara UI dan data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EA733-73A1-4BDA-B21D-F902D26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660AD-8194-40F4-B76D-B7C727C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5C70C-7648-403D-A45D-7A53377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6284F-42E5-4F33-8C21-1A7779C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Prototype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CD8E6-05B9-44D6-B5B5-17248485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7302D-D157-4723-AF2B-BF34B17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1F14B-329B-4BF9-B494-53CD626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66262-7B14-465A-960F-5740729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A7E30-6A82-4346-A0A5-A212A39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18280-E3B6-4AC0-920D-62EC878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47850-F1D9-4651-90AB-587BD16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BD8D8-523A-42A6-A16A-0CDA260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Laravel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A4784-004F-48FD-B9E2-A7D03BD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ABF71-224F-4BD7-B011-744C23B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C73EE-CA0F-44D2-B968-5326285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9DCE0-4A78-4413-BA2B-8E0B4985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1B127-2540-46C4-BC0D-729089D0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9C4CD-9F4B-4DBC-817C-F970F31F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Frontend mengirim request untuk login, member, kedatangan, pesanan, checkout,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BE470-31DB-41D7-9730-961CB59C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EF384-AB22-4588-8B77-DCD2EC3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196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REST API menjaga format komunikasi data dalam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742E5-5D6F-43DC-8752-4D270A7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5CA5A-F508-4D37-BF06-D5C1B32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Laravel memproses autentikasi, validasi, role, dan logika bisnis.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91223F-63B4-491A-803C-3A3CC4A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51D0FC-B30B-4025-9359-2F6062F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MySQL menyimpan data operasional sebagai sumber data terpusat.</a:t>
            </a:r>
          </a:p>
        </p:txBody>
      </p:sp>
    </p:spTree>
    <p:extLst>
      <p:ext uri="{BB962C8B-B14F-4D97-AF65-F5344CB8AC3E}">
        <p14:creationId xmlns:p14="http://schemas.microsoft.com/office/powerpoint/2010/main" val="14810038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72E4B-0F98-4A21-AFB1-9FF2906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7E496-BAB4-4B21-A79A-9A0175D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1EA5-9637-4332-ADB4-42F899F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TEKNOLOGI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D8396-9EF1-4805-AFF7-A5AB05DD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E5E70-52AF-4593-9F96-12641BDA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C1A2-EA05-4C2E-A68C-BE5910A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Teknologi dipilih untuk back-end API yang terstruktur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0FFB6-28DB-40AC-9CCC-21B06BA0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17083-E71F-455F-B0CE-7267AF9C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14475"/>
            <a:ext cx="2019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48f3fb09f4b9b"/>
          <a:stretch xmlns:a="http://schemas.openxmlformats.org/drawingml/2006/main"/>
        </p:blipFill>
        <p:spPr>
          <a:xfrm xmlns:a="http://schemas.openxmlformats.org/drawingml/2006/main">
            <a:off x="8527872" y="1524000"/>
            <a:ext cx="1518005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64CFD-7516-43C6-A25B-C6DEEC0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58. Struktur Folder Controller Laravel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56B71-6ABA-4037-91A0-3969BA5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D8A10-BC41-4573-990C-A28EBFC4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40EC3-0AB1-40D7-8F62-3399E86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Laravel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97E99-BFB1-4C23-A2B4-DC2AFFF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1000E-CAE2-4467-A8CC-E35AAD3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88245-FE96-42CC-B430-6F74295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F87D8-2B36-4FDA-A418-0863B34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7E586-D955-40D7-B9FB-1ABD308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0DFEB-56D5-44AE-9BC0-8582B75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F3371-F9E8-4CBA-8490-30B1F11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B7B84-44ED-487A-B82B-28A0B5DB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Sanctum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B3DA7-76D1-41FF-A885-10F4C46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Keamanan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9AB4D-93B4-499E-A422-152DE33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49F51-2061-411C-B1E5-72DF822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34196-A374-4B19-A00D-36F98ED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9BC3F-C418-4757-AAB6-24117E9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Komunikasi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E1851-5385-4C1B-BB59-0D42690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Controller dipisahkan berdasarkan domain agar logika autentikasi, member, operasional pegawai, dan pemilik lebih mudah dipelihara.</a:t>
            </a:r>
          </a:p>
        </p:txBody>
      </p:sp>
    </p:spTree>
    <p:extLst>
      <p:ext uri="{BB962C8B-B14F-4D97-AF65-F5344CB8AC3E}">
        <p14:creationId xmlns:p14="http://schemas.microsoft.com/office/powerpoint/2010/main" val="16082156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2FC11-185F-4C5F-9031-032E9A41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3C23-B3D2-4783-B040-324B823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9EA06-D6C1-46D2-A024-EFEF82A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IMPLEMENTASI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AF850-7844-402A-911C-ECF02ED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770A9-9BCA-4D67-8DDC-F354ADF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9C7B-A153-48EA-973A-B1860139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Implementasi MySQL menghasilkan 27 tabel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0AD84-E305-4E1D-8456-BBBC331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E96F4-FA6F-4D02-896E-163B5D9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14475"/>
            <a:ext cx="4114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8283fd23d4ef6"/>
          <a:stretch xmlns:a="http://schemas.openxmlformats.org/drawingml/2006/main"/>
        </p:blipFill>
        <p:spPr>
          <a:xfrm xmlns:a="http://schemas.openxmlformats.org/drawingml/2006/main">
            <a:off x="6334125" y="1814116"/>
            <a:ext cx="4095750" cy="351551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6D9BC-C1D2-46EF-811E-89D8B5B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95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40. Daftar tabel pada database pemancingan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11461-C626-43BB-831D-6CC4A65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80AF5-ED04-4A3D-8A03-F0B34D4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39B9C-C7CF-4273-9599-500749E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92636-F614-4BF0-81F3-68F677E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8D80B-16BB-4EB3-BA96-A38DF60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ABC1-0A48-45A1-A1E4-1A4397C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F0E33-BFF3-4A79-B77F-66D916AA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61B10-B6FD-46F4-BD80-5C9FC13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utama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7457-283C-430B-9D16-F1ECBD70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22D25-0236-4A85-8EFC-98DF33F6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6DD0E-A90A-4033-8414-3F49DD4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C1313-BF48-4E85-8AF4-44250AB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pendukung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FD043-A36D-4A74-84CC-49B6C12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36A30-CAE7-419C-9A8E-C2688BE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utama menyimpan domain pengguna, member, kedatangan, transaksi, stok, menu, voucher, event, dan konfigurasi.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69FF7-F8D9-42D7-B985-1651470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BEEAB-0204-4BE9-8DDF-FABD90D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671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pendukung berasal dari Laravel untuk migration, token, session, cache, dan job queue.</a:t>
            </a:r>
          </a:p>
        </p:txBody>
      </p:sp>
    </p:spTree>
    <p:extLst>
      <p:ext uri="{BB962C8B-B14F-4D97-AF65-F5344CB8AC3E}">
        <p14:creationId xmlns:p14="http://schemas.microsoft.com/office/powerpoint/2010/main" val="12967361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0F9CA-4F42-4E18-896C-833B9011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C75D9-1A03-476A-ABFC-8EFA4BF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8CDA2-222E-42F4-A4C1-F96F532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AUTENTIKASI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AE02C-C5E3-4A5B-A157-A6D78CA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C778-42E7-4BD5-BED7-48CE7FE2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301AE-19F3-4E99-BE6F-8F7AB79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Sanctum dan middleware role menjaga akses tiap pengguna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3E498-E401-404C-873E-723B08B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98995-DA1F-4188-A832-B0693DC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c3107a6b241cd"/>
          <a:stretch xmlns:a="http://schemas.openxmlformats.org/drawingml/2006/main"/>
        </p:blipFill>
        <p:spPr>
          <a:xfrm xmlns:a="http://schemas.openxmlformats.org/drawingml/2006/main">
            <a:off x="590550" y="1800927"/>
            <a:ext cx="2476500" cy="182739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51576-88CD-459D-B43E-4BD6248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59. Login dan token Sanctum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2B962-3783-478D-ACDA-284AE7B2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4e64739f64cf6"/>
          <a:stretch xmlns:a="http://schemas.openxmlformats.org/drawingml/2006/main"/>
        </p:blipFill>
        <p:spPr>
          <a:xfrm xmlns:a="http://schemas.openxmlformats.org/drawingml/2006/main">
            <a:off x="3333750" y="2123524"/>
            <a:ext cx="2476500" cy="118220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74436-79AB-4F8A-9B02-51A6990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64. Middleware CheckRole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4B628-6BF2-481A-AE19-C6ACC44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dfad8842147b1"/>
          <a:stretch xmlns:a="http://schemas.openxmlformats.org/drawingml/2006/main"/>
        </p:blipFill>
        <p:spPr>
          <a:xfrm xmlns:a="http://schemas.openxmlformats.org/drawingml/2006/main">
            <a:off x="6076950" y="2382253"/>
            <a:ext cx="2476500" cy="66474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A7AE-E56A-4921-87AE-40095E8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65. Alias middleware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2FF31-53C8-4E66-BAE0-42A31D6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537c9e924421d"/>
          <a:stretch xmlns:a="http://schemas.openxmlformats.org/drawingml/2006/main"/>
        </p:blipFill>
        <p:spPr>
          <a:xfrm xmlns:a="http://schemas.openxmlformats.org/drawingml/2006/main">
            <a:off x="8820150" y="1671888"/>
            <a:ext cx="2476500" cy="208547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60DF9-7EC4-4A6E-A1D7-7A15430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66. Route group API berdasarkan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67960-CAE3-4951-80BB-D257FE1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7B1C6-AE5E-44E9-A1C5-9A9103DA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Login membuat token akses untuk request API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6958A-718E-4A5E-8FE1-40E77240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AFB7A-0D8A-40F2-9CFF-EF41DDD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Middleware CheckRole membatasi akses berdasarkan Owner, Employee, dan Member.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0FE8D-8B6C-409A-977A-F16978EC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35325-0430-44B1-979D-B5246DF5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Route group mengelompokkan endpoint sesuai tanggung jawab aktor.</a:t>
            </a:r>
          </a:p>
        </p:txBody>
      </p:sp>
    </p:spTree>
    <p:extLst>
      <p:ext uri="{BB962C8B-B14F-4D97-AF65-F5344CB8AC3E}">
        <p14:creationId xmlns:p14="http://schemas.microsoft.com/office/powerpoint/2010/main" val="16428049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7BE4B-2C3F-476E-B2EE-02109EA2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3C7B-CAB0-423D-8A4A-B058610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0F8A-DB30-4A19-89A8-05D9EFE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LOGIKA BISNIS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6566-A7C9-4339-A435-CADAF2C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90526-77D4-49D7-A7CC-B1A455B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A50CB-3ECB-40C0-98B9-E9BE5E1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Controller menangani alur operasional, bukan sekadar CRUD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1F0FC-03F0-438A-B02E-8D043D1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094BF-0CF5-4D5B-BB4B-A735054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d942f0a684fe6"/>
          <a:srcRect xmlns:a="http://schemas.openxmlformats.org/drawingml/2006/main" l="4493" t="0" r="4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11709-A128-4975-9BEA-5EF75C8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60. Check-in pelanggan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B8442-FC84-44FA-8E25-F0F7DEE9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5ded36b4f44da"/>
          <a:srcRect xmlns:a="http://schemas.openxmlformats.org/drawingml/2006/main" l="0" t="8520" r="0" b="8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0D1E1-8927-4AB9-A1CE-74D835D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61. Validasi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2C987-29F9-4F37-B24D-6A9C79E5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cc1651d414be5"/>
          <a:srcRect xmlns:a="http://schemas.openxmlformats.org/drawingml/2006/main" l="0" t="425" r="0" b="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45C13-2217-4D8F-9236-A76D786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62. Perhitungan pembayaran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B35F6-9830-4B00-9295-29425A2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b52a144df4f25"/>
          <a:srcRect xmlns:a="http://schemas.openxmlformats.org/drawingml/2006/main" l="0" t="21375" r="0" b="21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E2181-3F14-441A-98D8-4481331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63. Update stok dan 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47454-87EA-4259-BF83-5DDD02F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3DD38-8FD6-4DD7-989F-C8E413DB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01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ArrivalController mencatat pelanggan member/tamu dan status kedatangan.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90DB3-6250-4AA4-92B8-8D5B5A7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EC3EE-FA79-47DB-99EF-0A05F5C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TransactionController memvalidasi checkout, menghitung pembayaran, memperbarui stok, serta poin member.</a:t>
            </a:r>
          </a:p>
        </p:txBody>
      </p:sp>
    </p:spTree>
    <p:extLst>
      <p:ext uri="{BB962C8B-B14F-4D97-AF65-F5344CB8AC3E}">
        <p14:creationId xmlns:p14="http://schemas.microsoft.com/office/powerpoint/2010/main" val="263419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218D8-0538-4010-A8EB-3D2DFFB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DD57-EED8-4815-8623-6C629E3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0ABCE-5D76-4599-BE79-1DE0EB6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ENDPOINT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E0B07-981E-4F54-A000-6186E92D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967CB-C84B-4C62-B9ED-0D062C8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1D9DE-2A98-447C-8947-1C5D853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utama mengikuti alur kerja tiap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72B8-1103-4467-B5B6-DE234E8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FE2D9-86EC-4724-8405-D219DAD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2FCF5-940A-4B83-B396-175234DF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D9DCF-B814-4A38-BE07-6BF888A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DC37-4A86-4F48-904E-57457C0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E938D-F8E5-48F8-BBDE-FB47E128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1095-A175-4F31-9F44-4863E35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1FBF0-0955-46F8-9B43-7AED774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9C95F-CF3B-4487-B0A3-78352EB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135F2-BBD7-4ED0-A7F8-97DA027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11476-97AD-456F-8CBB-7B65514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19597-59FB-401B-8D54-019E6EBD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Employee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FCD21-A564-45D8-BD09-3AC9E6A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02095-4C98-4B4C-A1D7-3D0A8A9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936FB-A088-4401-A777-89E8A78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652D0-4B36-4EBC-85A2-EEEA9D3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30D91-8CD0-4B98-BAA3-EF4029C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F3C7C-CEFD-4FB6-9B22-FD3B02DE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Public: leaderboard, event, informasi, dan menu spesial.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B14FC-D50D-49F3-9E80-05BA47B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A1999-9738-4E3D-9366-1882F9B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338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Member: register, profile, dashboard, pesanan, riwayat transaksi.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1B87B-2802-4D70-87D6-BFE2E8C3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A07B6-968B-4BF8-AF62-67FCD94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291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Employee: check-in, kedatangan hari ini, pending order, checkout, stok.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8D2F0-FBA0-423F-BA1E-8F5F25BC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5B2D9-1867-411C-BD5B-22268E9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Owner: laporan ringkas, member, menu, ikan, voucher, konfigurasi.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BAE0F-15CC-4EC6-98A0-0798186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Pembahasan Swagger diringkas pada fungsi dokumentasi endpoint.</a:t>
            </a:r>
          </a:p>
        </p:txBody>
      </p:sp>
    </p:spTree>
    <p:extLst>
      <p:ext uri="{BB962C8B-B14F-4D97-AF65-F5344CB8AC3E}">
        <p14:creationId xmlns:p14="http://schemas.microsoft.com/office/powerpoint/2010/main" val="1085619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3BCB1-8C57-4004-9A43-1390001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712BB-30F6-4967-B090-0DF04C2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367DB-CAA0-43EC-B2B3-A11D9FB2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INTEGRASI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96987-8636-43A5-B1E7-FEC6F1D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21DCF-3AE3-4EB5-AB4D-BC3B60C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BC18-B23B-45CB-82C7-EFFCA7C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Prototype antarmuka membuktikan API dapat dipakai lintas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799F8-61CF-47D5-9910-579A64E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4705A-03AA-415C-93F6-5FDF2780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01a883194431a"/>
          <a:srcRect xmlns:a="http://schemas.openxmlformats.org/drawingml/2006/main" l="0" t="24331" r="0" b="2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31E18-F86F-4797-AC31-CBD24EC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76. Halaman utama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10236-697B-412B-8B3E-074634D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b19b52b6f4d1b"/>
          <a:srcRect xmlns:a="http://schemas.openxmlformats.org/drawingml/2006/main" l="16025" t="0" r="16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937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5A6C8-5A55-4662-8302-C167DB2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78. Dashboard 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B62F4-874D-4040-97A1-7CDE60E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13097a3614158"/>
          <a:srcRect xmlns:a="http://schemas.openxmlformats.org/drawingml/2006/main" l="5450" t="0" r="5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B3235-6279-4C7F-BF8C-1D066DD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82. Dashboard pegawai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8805A-AE60-43CD-92FB-FB0C042E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2cccacd994f5f"/>
          <a:srcRect xmlns:a="http://schemas.openxmlformats.org/drawingml/2006/main" l="0" t="5438" r="0" b="5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69084-1BCC-4238-9A81-6B58230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92. Dashboard pemilik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8B887-2ABF-4B71-918B-CA009928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9006bac264bfd"/>
          <a:srcRect xmlns:a="http://schemas.openxmlformats.org/drawingml/2006/main" l="0" t="674" r="0" b="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A6A5D-EB08-4200-9C6C-8B9D396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96. Laporan keuangan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AEF34-3F35-41E2-A51A-9C70C90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BEFA5-CF9E-408D-8D61-0CC4092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Data publik, member, pegawai, dan pemilik mengambil sumber dari layanan back-end.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B00AE-1A0A-4424-A56C-D907937E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99A5D-27A6-45A5-840B-5C5594F1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Setiap tampilan menguji hubungan API dengan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396F5-06FB-461E-A5AC-459FD81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496EB-5A97-4FF3-ABFA-32309B4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816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Integrasi menunjukkan dampak pada informasi pelanggan, pesanan, transaksi, stok, dan laporan.</a:t>
            </a:r>
          </a:p>
        </p:txBody>
      </p:sp>
    </p:spTree>
    <p:extLst>
      <p:ext uri="{BB962C8B-B14F-4D97-AF65-F5344CB8AC3E}">
        <p14:creationId xmlns:p14="http://schemas.microsoft.com/office/powerpoint/2010/main" val="6288519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0CA1D-78BE-430E-A3F3-1A34F72A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23633-A24F-40FB-998F-2AF1D1F5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61D21-F356-4FBF-8950-F88DC9A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PENGUJIAN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0440C-EBEE-44A6-BA57-11F56DE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9B754-04D2-40D5-9B2A-9411813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EACC-E62A-449F-8C6B-30E3CFA4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Black Box Testing membuktikan fungsi utama valid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731D-7406-431D-B059-0FFC456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01B1-C20F-442B-B10C-83341FB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668FF-A497-4AE4-B996-62E234D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B8917-E5C8-4907-A5D7-0882F432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6FFE-4A21-4442-8C85-8DC7508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test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7C80D-84CE-4238-BCE4-3777097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00BAB-A659-4B7F-B8D5-1552F18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AC109-10F7-44C7-BE89-F45CFDF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CE2F1-5EC5-4490-80B5-9A28A173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71C07-6DB7-4E7B-A023-634B481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2BC85-8161-4DEC-A358-8B4E046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C7895-672A-4625-B0E5-E21DCCB7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AB073-5AC1-4EAC-A691-76F0E63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48B79-59C9-4FCA-99E2-A3BE81D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75EA2-B9E5-4F97-AB2E-0B8D51F2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tidak valid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96D42-4D42-456C-BB6D-B2225EF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4DE88-2AF4-462D-A351-1D1D406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Login dan autentikasi: 10/10 valid.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30415-E485-44F0-AFD3-49E0B7B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EF0A8-CF83-453F-8874-8CDF319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Halaman utama: 7/7 valid.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96234-487F-45FD-A681-E5EFDA0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F5194-39FC-4E79-A484-A9E8BDE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Member: 16/16 valid.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110ED-48AA-4125-909D-737F0E5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279839-4A74-4EFC-9B44-FBC395A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Employee: 42/42 valid.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EB32C8-7189-4995-9A19-73B7F8C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1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7DCDE-BF94-4056-8AD3-77A6D32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Owner: 30/30 valid.</a:t>
            </a:r>
          </a:p>
        </p:txBody>
      </p:sp>
    </p:spTree>
    <p:extLst>
      <p:ext uri="{BB962C8B-B14F-4D97-AF65-F5344CB8AC3E}">
        <p14:creationId xmlns:p14="http://schemas.microsoft.com/office/powerpoint/2010/main" val="13116913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15E53-F280-4D0D-9A6A-F494563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18BEB-864D-443F-9DF5-1907DCBB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D5202-8F82-4051-9597-7C57D4F0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HASIL SUS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64C89-1612-4D2E-8E1F-B134014B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EDB28-5425-42D0-A169-F7FEF5B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389A6-B0C6-4C20-93DE-D7C077A1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Skor SUS 89,6 menunjukkan sistem diterima sangat baik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063B8-1D96-44A8-8B5C-4D28168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AF05E-23CE-4334-8194-1C2A926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630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3eaf6480b4829"/>
          <a:stretch xmlns:a="http://schemas.openxmlformats.org/drawingml/2006/main"/>
        </p:blipFill>
        <p:spPr>
          <a:xfrm xmlns:a="http://schemas.openxmlformats.org/drawingml/2006/main">
            <a:off x="857250" y="1810405"/>
            <a:ext cx="6286500" cy="20941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4B542-6D9F-4BCA-886A-E05F29B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103. Interpretasi Skor SUS Hasil Pengujian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131C-EF10-4156-B6C3-0932279C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78031-D60C-4C8B-A3D0-5A357FE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66C16-9F3F-4435-8AA4-CE6EE49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62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89,6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669EE-F549-4093-957A-46BFA2A3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Rata-rata SUS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1F2BA-6C67-4AFD-9792-BD7B5725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4A5ED-945E-4955-9300-A1BE2984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312FE-4B80-45A2-A899-B4D675A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43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Excellent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85560-07DD-4C0D-8839-65D2DD5D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38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Adjective rating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746B5-837C-4BB4-B389-672545CA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AF2C-90B1-46D1-B268-11D3174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D6B7D-D38A-4608-A216-23BCA5C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24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09D93-9C0A-4F86-BF03-8FDE36F9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19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Grade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3F4C7-36FC-4003-89F4-A4E00CF3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67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Acceptable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B447F-AA6D-4C1C-B3C0-36A508A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1C458-4318-41D7-832B-BB19B67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29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Enam responden berada pada interpretasi Excellent.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4F3A3-E9DB-46EC-912F-09A9648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5719D-7504-4511-A1A9-5AD749E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10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Satu responden berada pada interpretasi Good.</a:t>
            </a:r>
          </a:p>
        </p:txBody>
      </p:sp>
    </p:spTree>
    <p:extLst>
      <p:ext uri="{BB962C8B-B14F-4D97-AF65-F5344CB8AC3E}">
        <p14:creationId xmlns:p14="http://schemas.microsoft.com/office/powerpoint/2010/main" val="14609440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D3E4C-6458-4B97-B36B-7F3888F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25C75-767D-401C-85F2-CC39CC4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37680-3BE4-4841-92A1-63A28A9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KESIMPULAN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39BE6-8402-47D7-AD6D-AFF8978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7544B-F45A-43DC-A604-F566231E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4FA3-F74C-4D52-8DE7-D122289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Pain point utama berhasil dijawab oleh back-end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CC7E9-4160-4AF7-B1A7-EAA3B7D6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E3713-07A5-41CA-872D-D6D0A649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18766-E569-4ACC-BA7C-B7FAC21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F17C-5422-4751-8539-9B848B9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6FCD3-FC3C-43EE-9F0D-5EC35B4D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3E12A-B3CB-4C0C-B765-CFDE63C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Masalah manual diterjemahkan menjadi kebutuhan sistem.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AC951-914F-4339-A11D-E70BB77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5E8DA-63FE-4DE5-B27C-951400E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6D2FD-0682-4636-AC3A-99E6B67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Design dan implementasi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677F3-7236-4DCF-9C17-68A0513B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9C38E-7267-4E3F-B883-8A3CE3B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Laravel, MySQL, Sanctum, REST API, role, validasi.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1AC7A-20CA-41FF-A116-AEBC86B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B1AC-1F1F-4442-B497-58F20E3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F1C31-EB7B-498A-9322-7EC64F2E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Pengujian dan evaluasi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72684-09F7-4136-8A0C-BC11CA7A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450BB-18BA-4434-8616-E8E7FB8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105 test case valid dan SUS 89,6.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9F2BF-5EBB-43BD-AD26-1D7BF45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0DEF9-3156-449A-880D-EE86686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957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Back-end mendukung pengelolaan data pengguna, kedatangan, pesanan, checkout, stok, voucher, notifikasi, konfigurasi,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280AF-6BA1-492C-98EF-64D696A8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91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38D6C-D6E3-4504-AD1A-31DD084C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148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 API membuat prototype antarmuka memakai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1D2ED-AFC0-44E2-99CE-2CB1011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10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53F63-4362-4DF8-84B8-BFA9194A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339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Hasil pengujian menunjukkan fungsi valid dan alur sistem diterima pengguna.</a:t>
            </a:r>
          </a:p>
        </p:txBody>
      </p:sp>
    </p:spTree>
    <p:extLst>
      <p:ext uri="{BB962C8B-B14F-4D97-AF65-F5344CB8AC3E}">
        <p14:creationId xmlns:p14="http://schemas.microsoft.com/office/powerpoint/2010/main" val="6597717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57D27-D6D0-4DE8-9802-723712A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62959-792A-40D3-A8B5-82306DB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AD034-A058-4AE9-950A-94A621E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SARAN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3026-1FA2-41C2-B544-324B0F4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AB55F-F24D-433F-B03F-F36BA29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42E99-2998-4B59-A142-43AC755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Pengembangan berikutnya memperkuat adopsi dan kesiapan produksi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45F82-A0EB-4D11-AB4B-2257DF6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94638-CB67-4733-90D0-FA87651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F2343-1C6C-4BE8-8DA7-2D4D2EE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EE2E4-4AC9-4DCF-BF0B-63FED03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CA6D4-1855-4076-A7E9-37A7DC9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83560-7C8C-489F-BBB5-D9F8829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Pemancingan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A9B2-2F01-4393-BDA3-91524F1A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Penelitian Selanjutnya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C2144-3CF7-4486-8E22-F78ED4C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34945-8C2C-431B-B095-50FD2B4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Terapkan sistem secara bertahap di operasional nyata.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F0A4-4C88-48BF-94D9-85FB961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A154-3EA5-4853-BDB1-87F9D85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Lakukan demonstrasi dan pelatihan untuk pemilik, pegawai, dan member.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12C2A-579B-4BDC-9A59-41F5258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4EBAF-E18B-4070-9245-07964BC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Mulai dari alur login, kedatangan, pemesanan, checkout, stok, menu, dan laporan.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12D4C-B50A-4FB6-ACD1-43A0C90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E617E-6DB3-4807-8DE9-9079963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Integrasikan payment gateway atau QRIS dinamis.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F98D5-D0FE-4B64-831F-488CACCF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3C083-2DD5-42D8-B0E5-0B37E38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Uji performa, keamanan, deployment, monitoring, dan backup.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2915E-29FE-4048-AD8A-4DC8C77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772D1-0A7E-43B8-9BAD-4E6E588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Kembangkan aplikasi mobile, analitik bisnis, serta pengujian dengan periode lebih panjang.</a:t>
            </a:r>
          </a:p>
        </p:txBody>
      </p:sp>
    </p:spTree>
    <p:extLst>
      <p:ext uri="{BB962C8B-B14F-4D97-AF65-F5344CB8AC3E}">
        <p14:creationId xmlns:p14="http://schemas.microsoft.com/office/powerpoint/2010/main" val="95973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2026-07-06T14:43:33.1960000Z</dcterms:created>
  <dcterms:modified xsi:type="dcterms:W3CDTF">2026-07-06T14:43:33.1960000Z</dcterms:modified>
</coreProperties>
</file>