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b7ac77206b48e1" /><Relationship Type="http://schemas.openxmlformats.org/officeDocument/2006/relationships/extended-properties" Target="/docProps/app.xml" Id="R02fb03fd06ec4d4a" /><Relationship Type="http://schemas.openxmlformats.org/officeDocument/2006/relationships/officeDocument" Target="/ppt/presentation.xml" Id="R09680dd602fc44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c86f9127a449d6"/>
  </p:sldMasterIdLst>
  <p:notesMasterIdLst>
    <p:notesMasterId xmlns:r="http://schemas.openxmlformats.org/officeDocument/2006/relationships" r:id="R97f96b898e4b41e3"/>
  </p:notesMasterIdLst>
  <p:sldIdLst>
    <p:sldId xmlns:r="http://schemas.openxmlformats.org/officeDocument/2006/relationships" id="256" r:id="R5fbf5fe879bd4c19"/>
    <p:sldId xmlns:r="http://schemas.openxmlformats.org/officeDocument/2006/relationships" id="257" r:id="Rbe494ae0dc8e437d"/>
    <p:sldId xmlns:r="http://schemas.openxmlformats.org/officeDocument/2006/relationships" id="258" r:id="R9a77bd719fe241d2"/>
    <p:sldId xmlns:r="http://schemas.openxmlformats.org/officeDocument/2006/relationships" id="259" r:id="R5fddcb8befef4c6e"/>
    <p:sldId xmlns:r="http://schemas.openxmlformats.org/officeDocument/2006/relationships" id="260" r:id="Rd78f819610c34acb"/>
    <p:sldId xmlns:r="http://schemas.openxmlformats.org/officeDocument/2006/relationships" id="261" r:id="R3bfbb4e25caa4d92"/>
    <p:sldId xmlns:r="http://schemas.openxmlformats.org/officeDocument/2006/relationships" id="262" r:id="R473b832fae7348d0"/>
    <p:sldId xmlns:r="http://schemas.openxmlformats.org/officeDocument/2006/relationships" id="263" r:id="Re886c9aa5a234188"/>
    <p:sldId xmlns:r="http://schemas.openxmlformats.org/officeDocument/2006/relationships" id="264" r:id="R8654d2e5eb2a47a9"/>
    <p:sldId xmlns:r="http://schemas.openxmlformats.org/officeDocument/2006/relationships" id="265" r:id="Rdc42ff57107644d1"/>
    <p:sldId xmlns:r="http://schemas.openxmlformats.org/officeDocument/2006/relationships" id="266" r:id="Rbf88a1fadf844e35"/>
    <p:sldId xmlns:r="http://schemas.openxmlformats.org/officeDocument/2006/relationships" id="267" r:id="Re3b8806054454b47"/>
    <p:sldId xmlns:r="http://schemas.openxmlformats.org/officeDocument/2006/relationships" id="268" r:id="R6e70cb41551f4f17"/>
    <p:sldId xmlns:r="http://schemas.openxmlformats.org/officeDocument/2006/relationships" id="269" r:id="R4d828c0eae024e97"/>
    <p:sldId xmlns:r="http://schemas.openxmlformats.org/officeDocument/2006/relationships" id="270" r:id="R927c5d6e9bdb4cdb"/>
    <p:sldId xmlns:r="http://schemas.openxmlformats.org/officeDocument/2006/relationships" id="271" r:id="R65728cd2d9d04df9"/>
    <p:sldId xmlns:r="http://schemas.openxmlformats.org/officeDocument/2006/relationships" id="272" r:id="R51f36b68ea98401a"/>
    <p:sldId xmlns:r="http://schemas.openxmlformats.org/officeDocument/2006/relationships" id="273" r:id="Rf8240f829db6403a"/>
    <p:sldId xmlns:r="http://schemas.openxmlformats.org/officeDocument/2006/relationships" id="274" r:id="R4324b45269de4282"/>
    <p:sldId xmlns:r="http://schemas.openxmlformats.org/officeDocument/2006/relationships" id="275" r:id="Ra100e4a26e804007"/>
    <p:sldId xmlns:r="http://schemas.openxmlformats.org/officeDocument/2006/relationships" id="276" r:id="R1659ccde4d0245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71257a9eb64d64" /><Relationship Type="http://schemas.openxmlformats.org/officeDocument/2006/relationships/slideMaster" Target="/ppt/slideMasters/slideMaster1.xml" Id="Re3c86f9127a449d6" /><Relationship Type="http://schemas.openxmlformats.org/officeDocument/2006/relationships/notesMaster" Target="/ppt/notesMasters/notesMaster1.xml" Id="R97f96b898e4b41e3" /><Relationship Type="http://schemas.openxmlformats.org/officeDocument/2006/relationships/presProps" Target="/ppt/presProps.xml" Id="Rce991eebd40147f8" /><Relationship Type="http://schemas.openxmlformats.org/officeDocument/2006/relationships/tableStyles" Target="/ppt/tableStyles.xml" Id="R2c71dcfd0f9a4258" /><Relationship Type="http://schemas.openxmlformats.org/officeDocument/2006/relationships/slide" Target="/ppt/slides/slide1.xml" Id="R5fbf5fe879bd4c19" /><Relationship Type="http://schemas.openxmlformats.org/officeDocument/2006/relationships/slide" Target="/ppt/slides/slide2.xml" Id="Rbe494ae0dc8e437d" /><Relationship Type="http://schemas.openxmlformats.org/officeDocument/2006/relationships/slide" Target="/ppt/slides/slide3.xml" Id="R9a77bd719fe241d2" /><Relationship Type="http://schemas.openxmlformats.org/officeDocument/2006/relationships/slide" Target="/ppt/slides/slide4.xml" Id="R5fddcb8befef4c6e" /><Relationship Type="http://schemas.openxmlformats.org/officeDocument/2006/relationships/slide" Target="/ppt/slides/slide5.xml" Id="Rd78f819610c34acb" /><Relationship Type="http://schemas.openxmlformats.org/officeDocument/2006/relationships/slide" Target="/ppt/slides/slide6.xml" Id="R3bfbb4e25caa4d92" /><Relationship Type="http://schemas.openxmlformats.org/officeDocument/2006/relationships/slide" Target="/ppt/slides/slide7.xml" Id="R473b832fae7348d0" /><Relationship Type="http://schemas.openxmlformats.org/officeDocument/2006/relationships/slide" Target="/ppt/slides/slide8.xml" Id="Re886c9aa5a234188" /><Relationship Type="http://schemas.openxmlformats.org/officeDocument/2006/relationships/slide" Target="/ppt/slides/slide9.xml" Id="R8654d2e5eb2a47a9" /><Relationship Type="http://schemas.openxmlformats.org/officeDocument/2006/relationships/slide" Target="/ppt/slides/slide10.xml" Id="Rdc42ff57107644d1" /><Relationship Type="http://schemas.openxmlformats.org/officeDocument/2006/relationships/slide" Target="/ppt/slides/slide11.xml" Id="Rbf88a1fadf844e35" /><Relationship Type="http://schemas.openxmlformats.org/officeDocument/2006/relationships/slide" Target="/ppt/slides/slide12.xml" Id="Re3b8806054454b47" /><Relationship Type="http://schemas.openxmlformats.org/officeDocument/2006/relationships/slide" Target="/ppt/slides/slide13.xml" Id="R6e70cb41551f4f17" /><Relationship Type="http://schemas.openxmlformats.org/officeDocument/2006/relationships/slide" Target="/ppt/slides/slide14.xml" Id="R4d828c0eae024e97" /><Relationship Type="http://schemas.openxmlformats.org/officeDocument/2006/relationships/slide" Target="/ppt/slides/slide15.xml" Id="R927c5d6e9bdb4cdb" /><Relationship Type="http://schemas.openxmlformats.org/officeDocument/2006/relationships/slide" Target="/ppt/slides/slide16.xml" Id="R65728cd2d9d04df9" /><Relationship Type="http://schemas.openxmlformats.org/officeDocument/2006/relationships/slide" Target="/ppt/slides/slide17.xml" Id="R51f36b68ea98401a" /><Relationship Type="http://schemas.openxmlformats.org/officeDocument/2006/relationships/slide" Target="/ppt/slides/slide18.xml" Id="Rf8240f829db6403a" /><Relationship Type="http://schemas.openxmlformats.org/officeDocument/2006/relationships/slide" Target="/ppt/slides/slide19.xml" Id="R4324b45269de4282" /><Relationship Type="http://schemas.openxmlformats.org/officeDocument/2006/relationships/slide" Target="/ppt/slides/slide20.xml" Id="Ra100e4a26e804007" /><Relationship Type="http://schemas.openxmlformats.org/officeDocument/2006/relationships/slide" Target="/ppt/slides/slide21.xml" Id="R1659ccde4d0245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4ddd5aecd94a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9afb7a9d2740d3" /><Relationship Type="http://schemas.openxmlformats.org/officeDocument/2006/relationships/notesMaster" Target="/ppt/notesMasters/notesMaster1.xml" Id="Ree181f51cd9c492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d2777811b2426e" /><Relationship Type="http://schemas.openxmlformats.org/officeDocument/2006/relationships/notesMaster" Target="/ppt/notesMasters/notesMaster1.xml" Id="Rb289fe398e394b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4020f6a29f4d3a" /><Relationship Type="http://schemas.openxmlformats.org/officeDocument/2006/relationships/notesMaster" Target="/ppt/notesMasters/notesMaster1.xml" Id="R576c67c7e76f440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de3701a89b4ca5" /><Relationship Type="http://schemas.openxmlformats.org/officeDocument/2006/relationships/notesMaster" Target="/ppt/notesMasters/notesMaster1.xml" Id="R1cfa59ad7e944d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8f88da10974e90" /><Relationship Type="http://schemas.openxmlformats.org/officeDocument/2006/relationships/notesMaster" Target="/ppt/notesMasters/notesMaster1.xml" Id="R46a12e2602714b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0cb57cda044de6" /><Relationship Type="http://schemas.openxmlformats.org/officeDocument/2006/relationships/notesMaster" Target="/ppt/notesMasters/notesMaster1.xml" Id="Re4f5274fe6b947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20eb8086f04d2b" /><Relationship Type="http://schemas.openxmlformats.org/officeDocument/2006/relationships/notesMaster" Target="/ppt/notesMasters/notesMaster1.xml" Id="R5f17714d10db424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5517e84158484c" /><Relationship Type="http://schemas.openxmlformats.org/officeDocument/2006/relationships/notesMaster" Target="/ppt/notesMasters/notesMaster1.xml" Id="Rd1994c402d2a475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ac4505bc70485b" /><Relationship Type="http://schemas.openxmlformats.org/officeDocument/2006/relationships/notesMaster" Target="/ppt/notesMasters/notesMaster1.xml" Id="R8200a69ceced4a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3bc8d651924344" /><Relationship Type="http://schemas.openxmlformats.org/officeDocument/2006/relationships/notesMaster" Target="/ppt/notesMasters/notesMaster1.xml" Id="R9b17b46c233542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453d11b60384e5f" /><Relationship Type="http://schemas.openxmlformats.org/officeDocument/2006/relationships/notesMaster" Target="/ppt/notesMasters/notesMaster1.xml" Id="Rc296ae019f124f8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cecbce96b4404e" /><Relationship Type="http://schemas.openxmlformats.org/officeDocument/2006/relationships/notesMaster" Target="/ppt/notesMasters/notesMaster1.xml" Id="Rd98e339189924b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86a69c8dc744b6" /><Relationship Type="http://schemas.openxmlformats.org/officeDocument/2006/relationships/notesMaster" Target="/ppt/notesMasters/notesMaster1.xml" Id="R8c0c8898c30745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be401b9ce804ee8" /><Relationship Type="http://schemas.openxmlformats.org/officeDocument/2006/relationships/notesMaster" Target="/ppt/notesMasters/notesMaster1.xml" Id="R7bee0cba7d6941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1951caaa2db49d8" /><Relationship Type="http://schemas.openxmlformats.org/officeDocument/2006/relationships/notesMaster" Target="/ppt/notesMasters/notesMaster1.xml" Id="Rc166cb1003814e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263a047e905401d" /><Relationship Type="http://schemas.openxmlformats.org/officeDocument/2006/relationships/notesMaster" Target="/ppt/notesMasters/notesMaster1.xml" Id="R9770f73231df4d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3da9358cc674ee9" /><Relationship Type="http://schemas.openxmlformats.org/officeDocument/2006/relationships/notesMaster" Target="/ppt/notesMasters/notesMaster1.xml" Id="Ra75069e2d85c45e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b3a4299e8548b2" /><Relationship Type="http://schemas.openxmlformats.org/officeDocument/2006/relationships/notesMaster" Target="/ppt/notesMasters/notesMaster1.xml" Id="R2e1fa080d9a54d7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da1fe22bcc94303" /><Relationship Type="http://schemas.openxmlformats.org/officeDocument/2006/relationships/notesMaster" Target="/ppt/notesMasters/notesMaster1.xml" Id="Rac4297daa12e494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081f4f008924215" /><Relationship Type="http://schemas.openxmlformats.org/officeDocument/2006/relationships/notesMaster" Target="/ppt/notesMasters/notesMaster1.xml" Id="R331fbdeb401a431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60b69fd28d413c" /><Relationship Type="http://schemas.openxmlformats.org/officeDocument/2006/relationships/notesMaster" Target="/ppt/notesMasters/notesMaster1.xml" Id="R6b4e156d180b48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6de2117adb4b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a861716be964dea" /><Relationship Type="http://schemas.openxmlformats.org/officeDocument/2006/relationships/slideLayout" Target="/ppt/slideLayouts/slideLayout1.xml" Id="R348260fc891e49f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8260fc891e49f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996817a642468f" /><Relationship Type="http://schemas.openxmlformats.org/officeDocument/2006/relationships/image" Target="/ppt/media/image.png" Id="R37e1c08be01f4b78" /><Relationship Type="http://schemas.openxmlformats.org/officeDocument/2006/relationships/notesSlide" Target="/ppt/notesSlides/notesSlide1.xml" Id="Re041a600c19441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c8fa0740354811" /><Relationship Type="http://schemas.openxmlformats.org/officeDocument/2006/relationships/image" Target="/ppt/media/image2.png" Id="R935340ade3d945c2" /><Relationship Type="http://schemas.openxmlformats.org/officeDocument/2006/relationships/notesSlide" Target="/ppt/notesSlides/notesSlide2.xml" Id="R12e570a98a2143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b6b7547e747c7" /><Relationship Type="http://schemas.openxmlformats.org/officeDocument/2006/relationships/image" Target="/ppt/media/image3.png" Id="R74416d74f8ee4070" /><Relationship Type="http://schemas.openxmlformats.org/officeDocument/2006/relationships/notesSlide" Target="/ppt/notesSlides/notesSlide3.xml" Id="Rddf017a05bce4d5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7db9db94d47b9" /><Relationship Type="http://schemas.openxmlformats.org/officeDocument/2006/relationships/image" Target="/ppt/media/image4.png" Id="Raa2a9497d6e943b9" /><Relationship Type="http://schemas.openxmlformats.org/officeDocument/2006/relationships/notesSlide" Target="/ppt/notesSlides/notesSlide4.xml" Id="Rf3a1d1d1e1a340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2a4df2d3d44d16" /><Relationship Type="http://schemas.openxmlformats.org/officeDocument/2006/relationships/image" Target="/ppt/media/image5.png" Id="R23910927cc3c43df" /><Relationship Type="http://schemas.openxmlformats.org/officeDocument/2006/relationships/notesSlide" Target="/ppt/notesSlides/notesSlide5.xml" Id="Ra8fb3c92a9f84c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fa0d6175f4e77" /><Relationship Type="http://schemas.openxmlformats.org/officeDocument/2006/relationships/image" Target="/ppt/media/image6.png" Id="R2dd932912eeb403c" /><Relationship Type="http://schemas.openxmlformats.org/officeDocument/2006/relationships/notesSlide" Target="/ppt/notesSlides/notesSlide6.xml" Id="Rc44f64bf06ad4e3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38f35597b4768" /><Relationship Type="http://schemas.openxmlformats.org/officeDocument/2006/relationships/image" Target="/ppt/media/image7.png" Id="Rb39624bf02ab490c" /><Relationship Type="http://schemas.openxmlformats.org/officeDocument/2006/relationships/notesSlide" Target="/ppt/notesSlides/notesSlide7.xml" Id="R5aede80f57be423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c904f9acee44af" /><Relationship Type="http://schemas.openxmlformats.org/officeDocument/2006/relationships/image" Target="/ppt/media/image8.png" Id="Rc50d01dff7aa444e" /><Relationship Type="http://schemas.openxmlformats.org/officeDocument/2006/relationships/notesSlide" Target="/ppt/notesSlides/notesSlide8.xml" Id="R9af2b392c73644a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f0e4ebc074b24" /><Relationship Type="http://schemas.openxmlformats.org/officeDocument/2006/relationships/image" Target="/ppt/media/image9.png" Id="Rcb6b5993cc7d4e71" /><Relationship Type="http://schemas.openxmlformats.org/officeDocument/2006/relationships/notesSlide" Target="/ppt/notesSlides/notesSlide9.xml" Id="R7a89e59c7edf4a1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b8ab1d3fa411e" /><Relationship Type="http://schemas.openxmlformats.org/officeDocument/2006/relationships/image" Target="/ppt/media/image10.png" Id="Rbaef893643644b85" /><Relationship Type="http://schemas.openxmlformats.org/officeDocument/2006/relationships/notesSlide" Target="/ppt/notesSlides/notesSlide10.xml" Id="R37090b54713f405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3c6952d57426d" /><Relationship Type="http://schemas.openxmlformats.org/officeDocument/2006/relationships/image" Target="/ppt/media/image11.png" Id="Rb4f13c9a1cd146d9" /><Relationship Type="http://schemas.openxmlformats.org/officeDocument/2006/relationships/notesSlide" Target="/ppt/notesSlides/notesSlide11.xml" Id="R440028c5398d4a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7adde7d364c3c" /><Relationship Type="http://schemas.openxmlformats.org/officeDocument/2006/relationships/image" Target="/ppt/media/image12.png" Id="R6a23e9df3dcb4eaa" /><Relationship Type="http://schemas.openxmlformats.org/officeDocument/2006/relationships/notesSlide" Target="/ppt/notesSlides/notesSlide12.xml" Id="Rcda1c69e12f1407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6d2d803314475" /><Relationship Type="http://schemas.openxmlformats.org/officeDocument/2006/relationships/image" Target="/ppt/media/image13.png" Id="R651b27ac034d43bd" /><Relationship Type="http://schemas.openxmlformats.org/officeDocument/2006/relationships/notesSlide" Target="/ppt/notesSlides/notesSlide13.xml" Id="Rc925b194d06946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038b1d0534168" /><Relationship Type="http://schemas.openxmlformats.org/officeDocument/2006/relationships/image" Target="/ppt/media/image14.png" Id="R1ad174f525054c5c" /><Relationship Type="http://schemas.openxmlformats.org/officeDocument/2006/relationships/notesSlide" Target="/ppt/notesSlides/notesSlide14.xml" Id="R0aa12a51fa8f4e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7234c5f8b49c2" /><Relationship Type="http://schemas.openxmlformats.org/officeDocument/2006/relationships/image" Target="/ppt/media/image15.png" Id="R3664fddc1c8946f5" /><Relationship Type="http://schemas.openxmlformats.org/officeDocument/2006/relationships/notesSlide" Target="/ppt/notesSlides/notesSlide15.xml" Id="R1c6451f5dcc3468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3f8a7bc724091" /><Relationship Type="http://schemas.openxmlformats.org/officeDocument/2006/relationships/image" Target="/ppt/media/image16.png" Id="R0c72b7a4807641c8" /><Relationship Type="http://schemas.openxmlformats.org/officeDocument/2006/relationships/notesSlide" Target="/ppt/notesSlides/notesSlide16.xml" Id="R6a29eb08c59646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d9435a8298461c" /><Relationship Type="http://schemas.openxmlformats.org/officeDocument/2006/relationships/image" Target="/ppt/media/image17.png" Id="Rc20ce8c3e6f54d33" /><Relationship Type="http://schemas.openxmlformats.org/officeDocument/2006/relationships/notesSlide" Target="/ppt/notesSlides/notesSlide17.xml" Id="R39a12bd1a80a479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655a9bd274f2e" /><Relationship Type="http://schemas.openxmlformats.org/officeDocument/2006/relationships/image" Target="/ppt/media/image18.png" Id="R890c1a5a456a4037" /><Relationship Type="http://schemas.openxmlformats.org/officeDocument/2006/relationships/notesSlide" Target="/ppt/notesSlides/notesSlide18.xml" Id="Rafa599ae3ceb41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8acf0cc38b4546" /><Relationship Type="http://schemas.openxmlformats.org/officeDocument/2006/relationships/image" Target="/ppt/media/image19.png" Id="R0ff89951f0354905" /><Relationship Type="http://schemas.openxmlformats.org/officeDocument/2006/relationships/notesSlide" Target="/ppt/notesSlides/notesSlide19.xml" Id="R3ca7e4e3f3bb4f7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f32f532fa4aa8" /><Relationship Type="http://schemas.openxmlformats.org/officeDocument/2006/relationships/image" Target="/ppt/media/image20.png" Id="Rdd842753d69e4255" /><Relationship Type="http://schemas.openxmlformats.org/officeDocument/2006/relationships/notesSlide" Target="/ppt/notesSlides/notesSlide20.xml" Id="R0e6d7b990c95493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09fc5e5e4445d" /><Relationship Type="http://schemas.openxmlformats.org/officeDocument/2006/relationships/image" Target="/ppt/media/image21.png" Id="Re6200806577a4517" /><Relationship Type="http://schemas.openxmlformats.org/officeDocument/2006/relationships/notesSlide" Target="/ppt/notesSlides/notesSlide21.xml" Id="R2a862cb556aa4c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1c08be01f4b7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4441AA-FCD3-4710-83A8-548EBCF2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BACC2-6469-4FF9-AB37-4D57C40E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198865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340ade3d945c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9525FD-8B3E-4236-9A89-9031D672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DCF7CB-FECC-4C22-8A36-7079093E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127942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416d74f8ee407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F5D181-6CF0-4FA0-BFAD-B966CEE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9B39A-D022-4986-8BEE-41E062C5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9833367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2a9497d6e943b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988CA-27FF-4C75-BACB-56882A59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E947EA-2AB8-4345-9E30-8D77B3D3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626574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10927cc3c43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AD5770-47D9-447E-B799-8E548DBCD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073CB0-0A8F-494B-966D-20044F10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272728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d932912eeb40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AF558-426A-43F1-B10C-E2A55A9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49BAF7-5315-4084-B1AB-5754134A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137782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624bf02ab490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7BB4F-D664-4B81-BE66-02C0035E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16F74-BC98-4F6E-9589-99609872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91453-0DD5-4AE2-8367-29CA4A0B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85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5716E-9E42-4967-B495-B3423DDA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203F"/>
                </a:solidFill>
              </a:defRPr>
            </a:pPr>
            <a:r>
              <a:rPr sz="2400" b="1">
                <a:solidFill>
                  <a:srgbClr val="08203F"/>
                </a:solidFill>
              </a:rPr>
              <a:t>Design: Use Case dan Workflow Sistem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2CB23F-D37C-4C47-8DF1-DF5344B0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A2ABB-A8BF-4A15-89A7-FB61D5FF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381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8BDAB0-09D1-4D8D-8083-A05441E3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57800"/>
            <a:ext cx="403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>
                <a:solidFill>
                  <a:srgbClr val="526783"/>
                </a:solidFill>
              </a:defRPr>
            </a:pPr>
            <a:r>
              <a:rPr sz="863" b="0">
                <a:solidFill>
                  <a:srgbClr val="526783"/>
                </a:solidFill>
              </a:rPr>
              <a:t>Use case menunjukkan aktor dan hak akses, sedangkan workflow menunjukkan alur proses bisnis dari registrasi kedatangan hingga monitoring.</a:t>
            </a:r>
          </a:p>
        </p:txBody>
      </p:sp>
    </p:spTree>
    <p:extLst>
      <p:ext uri="{BB962C8B-B14F-4D97-AF65-F5344CB8AC3E}">
        <p14:creationId xmlns:p14="http://schemas.microsoft.com/office/powerpoint/2010/main" val="10330286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d01dff7aa444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4EB02D-F117-42C2-AB48-2495EFB8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5D46F-DC6A-41CF-94BA-790FB6D06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9EE006-D070-4153-BC35-0022B319A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85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69A4F-67D9-49E0-BA15-660C8A0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203F"/>
                </a:solidFill>
              </a:defRPr>
            </a:pPr>
            <a:r>
              <a:rPr sz="2250" b="1">
                <a:solidFill>
                  <a:srgbClr val="08203F"/>
                </a:solidFill>
              </a:rPr>
              <a:t>Design: Class Diagram, Database, dan Endpoint API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FBEF7-24A8-41B4-8FAC-189C8D2F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4BA37-4EB7-4F59-B624-F06FB390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1252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8D0FD-9D35-4F10-806D-7D304435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6685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736F5E-C86C-4B40-A9B5-B60B2F6E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1600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Class Diagram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4C397-F4BA-4068-81AB-B06DD024C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6764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F412F-99D6-4BE4-8EE1-606BFE55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6685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1BF3DA-CB4C-4B34-A0FF-EA6D241C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600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Database MySQL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AD1A15-4C6E-4AD7-A190-FF267361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67640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E6B11D-6AD1-4926-9C2D-0568CDC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66850"/>
            <a:ext cx="2190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9B170-7E28-455E-8016-0F45BAE4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00200"/>
            <a:ext cx="2038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Endpoint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8B643-8F31-47CF-986D-79161B32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323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324280-A99E-4B80-8FA5-80B4B8D1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4E398-84BA-47C5-834C-D3CB9A56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46697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03F"/>
                </a:solidFill>
              </a:defRPr>
            </a:pPr>
            <a:r>
              <a:rPr sz="1350" b="1">
                <a:solidFill>
                  <a:srgbClr val="08203F"/>
                </a:solidFill>
              </a:rPr>
              <a:t>Class Diagram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DC4CE-9BDC-48F2-93DB-1D67919A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2743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83"/>
                </a:solidFill>
              </a:defRPr>
            </a:pPr>
            <a:r>
              <a:rPr sz="1050" b="0">
                <a:solidFill>
                  <a:srgbClr val="526783"/>
                </a:solidFill>
              </a:rPr>
              <a:t>Menggambarkan entitas dan relasi sistem.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9CCD62-5F0E-4238-B204-C9FB85854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5C71BB-B66A-4345-A57B-FB2BAD0D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31284F-C5C8-47DC-911C-64502BF4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6697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03F"/>
                </a:solidFill>
              </a:defRPr>
            </a:pPr>
            <a:r>
              <a:rPr sz="1350" b="1">
                <a:solidFill>
                  <a:srgbClr val="08203F"/>
                </a:solidFill>
              </a:rPr>
              <a:t>Database MySQL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7C6951-31E2-473C-945A-B8873075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43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83"/>
                </a:solidFill>
              </a:defRPr>
            </a:pPr>
            <a:r>
              <a:rPr sz="1050" b="0">
                <a:solidFill>
                  <a:srgbClr val="526783"/>
                </a:solidFill>
              </a:rPr>
              <a:t>Implementasi tabel dan relasi data.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E8CB8-BE65-48A0-BDC0-BBA8EBE57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33625"/>
            <a:ext cx="32385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50224-8D7D-4D55-8F28-B26F63B3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333625"/>
            <a:ext cx="47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BA42E4-548A-49A3-B707-DFA49C108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466975"/>
            <a:ext cx="2895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03F"/>
                </a:solidFill>
              </a:defRPr>
            </a:pPr>
            <a:r>
              <a:rPr sz="1350" b="1">
                <a:solidFill>
                  <a:srgbClr val="08203F"/>
                </a:solidFill>
              </a:rPr>
              <a:t>Endpoint API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55DDA-E5B9-4702-B11D-865F3BD4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43200"/>
            <a:ext cx="2895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783"/>
                </a:solidFill>
              </a:defRPr>
            </a:pPr>
            <a:r>
              <a:rPr sz="1050" b="0">
                <a:solidFill>
                  <a:srgbClr val="526783"/>
                </a:solidFill>
              </a:rPr>
              <a:t>Jalur komunikasi prototype dengan back-end.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F36B7D-93A8-45C3-BD1D-2105B496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914400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B6B3F3-B656-445E-8892-A790413F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7EE03E-F77B-42E5-9485-9AA366FC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571875"/>
            <a:ext cx="2152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Rancangan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1FB96-91F8-4970-89B0-AE1A22DE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476625"/>
            <a:ext cx="6762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BB25E3-6114-456E-A4C8-870DA3E7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571875"/>
            <a:ext cx="653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Contoh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3BE65-A807-497A-9054-AE7D623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766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F25F78-D778-4983-9538-8A81E9C6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624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Entitas utama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A71299-CF04-4942-9561-6D4430D0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76675"/>
            <a:ext cx="676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1233B4-4B17-4D77-A956-7E22A3A9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6240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User, Member, Arrival, Pending Order, Transaction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76DD49-8A63-4D60-81EF-0AADEBA3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957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3BEF8D-D63E-4100-A667-7371C506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815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Relasi transaksi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AA3901-3219-40C4-8494-DF43C648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95775"/>
            <a:ext cx="676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DD58A3-0089-4D72-87C1-9B2670052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38150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Arrival -&gt; Pending Order -&gt; Transaction -&gt; Transaction Item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219865-5C34-49E9-A33E-9D957C53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49189D-3A43-46DF-A374-FC84035E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006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Data pendukung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22FB4F2-36EA-458A-BFED-E84CFA2C3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14875"/>
            <a:ext cx="676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FBA4EA-72F1-462E-B5A3-745CEC40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0060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Fish Stock, Voucher, Notification, Event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32804F-8AE2-4004-ABFA-68C41AC0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339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4875DD-9B60-4E8B-A85D-D43E615C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Endpoint utama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90181E-CC33-4A6D-BAF0-4097938B1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33975"/>
            <a:ext cx="6762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899ACA-AE79-48C6-B9A6-282669BB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219700"/>
            <a:ext cx="653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60" b="0">
                <a:solidFill>
                  <a:srgbClr val="132B4D"/>
                </a:solidFill>
              </a:defRPr>
            </a:pPr>
            <a:r>
              <a:rPr sz="960" b="0">
                <a:solidFill>
                  <a:srgbClr val="132B4D"/>
                </a:solidFill>
              </a:rPr>
              <a:t>Login, Check-in, Checkout, Report Summary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B78CA8E-7F28-4AF0-B245-B630D77A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5785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26783"/>
                </a:solidFill>
              </a:defRPr>
            </a:pPr>
            <a:r>
              <a:rPr sz="1050" b="0">
                <a:solidFill>
                  <a:srgbClr val="526783"/>
                </a:solidFill>
              </a:rPr>
              <a:t>Prototype tidak mengakses database secara langsung, tetapi melalui endpoint API yang diproses oleh back-end Laravel.</a:t>
            </a:r>
          </a:p>
        </p:txBody>
      </p:sp>
    </p:spTree>
    <p:extLst>
      <p:ext uri="{BB962C8B-B14F-4D97-AF65-F5344CB8AC3E}">
        <p14:creationId xmlns:p14="http://schemas.microsoft.com/office/powerpoint/2010/main" val="154365096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b5993cc7d4e7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9A2C63-553C-4CE1-A2E8-6E28E883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7343AC-6F1B-419D-A691-8183BF02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DB196A-7924-485A-ADA0-158EB091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85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7A1A3-0D32-4D9B-BF51-3A871077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203F"/>
                </a:solidFill>
              </a:defRPr>
            </a:pPr>
            <a:r>
              <a:rPr sz="2475" b="1">
                <a:solidFill>
                  <a:srgbClr val="08203F"/>
                </a:solidFill>
              </a:rPr>
              <a:t>Implementation: Arsitektur Back-End Laravel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BB75B-AD52-4FFD-AEB3-425A107D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0ED04-CA50-4EB6-9014-A194A6B6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1252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5B7C1B-E26B-453F-B247-728791E8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47800"/>
            <a:ext cx="105156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095F31-CA5C-4221-A71B-D846A496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762125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D023B3-4BCD-45AA-8BFC-B3194AF2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9547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Prototype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1CCEE-D308-4819-9878-1825121B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335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2BA4C-703F-4528-8909-CBB795B0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62125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790E2-EEBD-45A9-A94D-042D356E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89547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Route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F501BE-5183-4580-B73E-16ECD78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335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C259CC-6BFB-4A47-9D16-C8682089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42D65-0F5B-469B-ADE3-25E2A5D36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9547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Middleware</a:t>
            </a:r>
          </a:p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Auth/Role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8B95B8-8E11-47C9-9136-53CAF629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335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4B6957-D961-481C-823F-D7367FD8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62125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3CD128-BC29-4549-8967-C2E6F310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9547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Controller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C5ABBE-9C19-4C71-9166-2B6CE348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335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693C8-6A9A-4B39-9471-1E94AFBA3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62125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1B23A9-3858-41D3-B3D7-FA3C2621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9547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Model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8709E-08AC-405E-BB88-1E990738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9335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84076-6FEA-4C31-B9F5-D669EBC9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762125"/>
            <a:ext cx="12573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668CAE-38D2-4196-AD80-EE0B5F15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895475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MySQL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7580E4-51FF-4B1E-8D92-BFC1772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6098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57E6"/>
                </a:solidFill>
              </a:defRPr>
            </a:pPr>
            <a:r>
              <a:rPr sz="1350" b="1">
                <a:solidFill>
                  <a:srgbClr val="2457E6"/>
                </a:solidFill>
              </a:rPr>
              <a:t>MySQL -&gt; JSON Response -&gt; Prototype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094AA8-9FF5-4EBB-ADE7-AFB8E2D8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581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65784E-C8CF-43A5-822E-BA436B35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3524250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132B4D"/>
                </a:solidFill>
              </a:defRPr>
            </a:pPr>
            <a:r>
              <a:rPr sz="1163" b="0">
                <a:solidFill>
                  <a:srgbClr val="132B4D"/>
                </a:solidFill>
              </a:rPr>
              <a:t>Laravel menangani route API, middleware role, validasi request, controller, model, dan response JSON.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26062C-45C9-4F07-836B-84683D23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1E08C1-6FE3-46A3-8FEB-7B3132E2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095750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132B4D"/>
                </a:solidFill>
              </a:defRPr>
            </a:pPr>
            <a:r>
              <a:rPr sz="1163" b="0">
                <a:solidFill>
                  <a:srgbClr val="132B4D"/>
                </a:solidFill>
              </a:rPr>
              <a:t>Controller menjadi pusat logika back-end untuk memproses request dari prototype.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BF185D-4093-4F41-8944-BA2491F5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81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2FD532-BE98-4DC2-9CDD-491D0C58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242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132B4D"/>
                </a:solidFill>
              </a:defRPr>
            </a:pPr>
            <a:r>
              <a:rPr sz="1163" b="0">
                <a:solidFill>
                  <a:srgbClr val="132B4D"/>
                </a:solidFill>
              </a:rPr>
              <a:t>MySQL menyimpan data operasional: member, kedatangan, pesanan, transaksi, stok ikan, voucher, dan laporan.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4ADD13-D42F-4620-BA02-C0E37102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ED16D6-6976-4B29-8570-DEF434B3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10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63" b="0">
                <a:solidFill>
                  <a:srgbClr val="132B4D"/>
                </a:solidFill>
              </a:defRPr>
            </a:pPr>
            <a:r>
              <a:rPr sz="1163" b="0">
                <a:solidFill>
                  <a:srgbClr val="132B4D"/>
                </a:solidFill>
              </a:rPr>
              <a:t>Swagger/OpenAPI digunakan untuk dokumentasi dan pengujian endpoint API.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84D5A6-8598-40C1-A2AB-47344223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816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26783"/>
                </a:solidFill>
              </a:defRPr>
            </a:pPr>
            <a:r>
              <a:rPr sz="1013" b="0">
                <a:solidFill>
                  <a:srgbClr val="526783"/>
                </a:solidFill>
              </a:rPr>
              <a:t>Alur request: prototype mengirim data ke API, Laravel memvalidasi dan memproses request, menyimpan data ke MySQL, lalu mengembalikan response JSON.</a:t>
            </a:r>
          </a:p>
        </p:txBody>
      </p:sp>
    </p:spTree>
    <p:extLst>
      <p:ext uri="{BB962C8B-B14F-4D97-AF65-F5344CB8AC3E}">
        <p14:creationId xmlns:p14="http://schemas.microsoft.com/office/powerpoint/2010/main" val="64638913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f893643644b8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CDE972-BEB6-4F5B-9E23-4E895B10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D9AB5-C663-4E33-B1CE-1A16282F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39B2C-BC11-456B-811C-B93CB83D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85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52D6F-CA4C-4369-8C05-EF8FD25D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203F"/>
                </a:solidFill>
              </a:defRPr>
            </a:pPr>
            <a:r>
              <a:rPr sz="2325" b="1">
                <a:solidFill>
                  <a:srgbClr val="08203F"/>
                </a:solidFill>
              </a:rPr>
              <a:t>Implementation: Controller Utama Berdasarkan Role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9035E-B638-46B6-BDB7-53FBC826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7EE22-BC03-4385-A063-547F4A6F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1252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360D5-FE49-4F8B-92E0-57678783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028700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C0728-C445-44B9-87B1-F7B179B3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D24722-FBEF-44F9-896C-902A69D2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1390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132C60-7237-48C0-BD1E-46AB2B5D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19250"/>
            <a:ext cx="295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219DD5-9505-4C2F-AB8A-5ECAFA87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145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Controller Utama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E2522-B21D-400C-842B-477CEC840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619250"/>
            <a:ext cx="5715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203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4B658-BBB3-47D5-AAEE-DD8BC590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14500"/>
            <a:ext cx="5486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Fungsi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263FD7-F4D6-455F-84E5-A21A823BF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3FB04C-D975-43CA-A283-9CD003B6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43125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Semua role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F03E6-41FB-4D53-8389-77972187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0574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48EB08-4685-429B-BDA0-7E241727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431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AuthController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CEB07E-2E6A-4F81-85BA-0D652A21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0574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5EDB5-F9D6-4A77-8749-29788469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4312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Login, logout, token akses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7EA9E7-93F8-4F93-B46F-55DF7556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9DE92F-0270-4E7C-8B7A-12B425A16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95575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Member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CA82AE-934E-4E51-9564-82603249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01C7D-0A41-4D3D-A675-B9049C7BB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69557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Member/OrderController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09B573-9BD3-4710-9A99-E9CB8D3D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098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AD82FC-40C0-454E-ADAE-5F3570EB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69557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Membuat pesanan menu/rental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EF561-F9FB-413F-82E0-14DCD3B2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5A9624-30FB-44C6-BF5A-4493C7F3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Employee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05A09-38FE-46D3-A867-2401E525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623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EE039D-AB9C-421D-95B6-655202ED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2480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ArrivalController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F6C686-5833-43F5-BFB0-20D2F723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1623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09E7E1-A174-4A31-9D11-A28F078E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24802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Registrasi kedatangan member dan guest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14A0E6-8710-4E8A-A829-14CA6B26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6E2151-6299-4416-8744-4D54A973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00475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Employee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02B5FC-964B-42D4-A6F2-DFC9470D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9FBB6A-8808-48DC-8A30-7E65DA5E8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0047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TransactionController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B974E5-79A1-42D3-91D1-94B2258D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71475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D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9D4EFF-CC4D-459B-9B8C-A8FBBE5F5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0047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Checkout, pembayaran, stok, poin, voucher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29D0D2-58F2-47CC-9374-80FA9318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878D9E-FFB1-42D2-A216-802860EA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52925"/>
            <a:ext cx="1390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Owner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01FA76-0759-4D53-BEE1-A4EB1B8E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67200"/>
            <a:ext cx="2952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D8FD6A0-AD87-4CE3-894F-B74CD92E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52925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ReportController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F0D640-2E28-48BB-9AB5-881F56F1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267200"/>
            <a:ext cx="571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978F3C-522F-4A8A-8D5E-D7CF1366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352925"/>
            <a:ext cx="5486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>
                <a:solidFill>
                  <a:srgbClr val="132B4D"/>
                </a:solidFill>
              </a:defRPr>
            </a:pPr>
            <a:r>
              <a:rPr sz="1013" b="0">
                <a:solidFill>
                  <a:srgbClr val="132B4D"/>
                </a:solidFill>
              </a:rPr>
              <a:t>Laporan dan monitoring operasional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2519E27-5C14-4368-9944-E2E5B356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57212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783"/>
                </a:solidFill>
              </a:defRPr>
            </a:pPr>
            <a:r>
              <a:rPr sz="1125" b="0">
                <a:solidFill>
                  <a:srgbClr val="526783"/>
                </a:solidFill>
              </a:rPr>
              <a:t>Controller dipisahkan berdasarkan role agar logika back-end lebih terstruktur dan mudah dipelihara.</a:t>
            </a:r>
          </a:p>
        </p:txBody>
      </p:sp>
    </p:spTree>
    <p:extLst>
      <p:ext uri="{BB962C8B-B14F-4D97-AF65-F5344CB8AC3E}">
        <p14:creationId xmlns:p14="http://schemas.microsoft.com/office/powerpoint/2010/main" val="10520851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13c9a1cd146d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32DF3-5E9B-434D-9EAB-57584397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3770AF-70DD-40DA-B654-34F682EB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D9D8F-480D-4204-929D-D3A9AF61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85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C4A56-5018-4A8A-915A-57BE8B7F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203F"/>
                </a:solidFill>
              </a:defRPr>
            </a:pPr>
            <a:r>
              <a:rPr sz="2400" b="1">
                <a:solidFill>
                  <a:srgbClr val="08203F"/>
                </a:solidFill>
              </a:rPr>
              <a:t>Contoh Proses Back-End: Checkout Transaksi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B220B-4902-43D9-BA24-4114ADE4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40C88-3470-416B-8ADA-D08564FF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1252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72F027-3EB4-4AD0-8CAD-51003E52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18669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E0052E-6A0C-44F3-BA85-1A25320D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123C7-99C4-4830-AD48-AB242D775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526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FBBEE-2830-4AE2-8F75-F87B4C62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203F"/>
                </a:solidFill>
              </a:defRPr>
            </a:pPr>
            <a:r>
              <a:rPr sz="1125" b="1">
                <a:solidFill>
                  <a:srgbClr val="08203F"/>
                </a:solidFill>
              </a:rPr>
              <a:t>Validasi arrival aktif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43056A-A54D-45E5-BA76-41056961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6702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20733-C750-434E-BFEF-DC7B0780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095500"/>
            <a:ext cx="18669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BA8B3-A017-4B57-8375-70E2D388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F7ACE6-1067-40FF-8BE4-7EE98446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526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48B6A1-C6D4-45BF-A7D3-337D4261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956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203F"/>
                </a:solidFill>
              </a:defRPr>
            </a:pPr>
            <a:r>
              <a:rPr sz="1125" b="1">
                <a:solidFill>
                  <a:srgbClr val="08203F"/>
                </a:solidFill>
              </a:rPr>
              <a:t>Ambil pending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B9FAD4-1DFD-428C-B132-C55A3BD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6702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E6D07D-272A-4860-B3D1-F4B26EF2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18669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7C11C-9AD2-4097-ABAF-5A45269B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6A0788-4A6B-4655-B543-D74E1519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526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CE0E9-5090-4869-9C5E-CBCFEF64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956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203F"/>
                </a:solidFill>
              </a:defRPr>
            </a:pPr>
            <a:r>
              <a:rPr sz="1125" b="1">
                <a:solidFill>
                  <a:srgbClr val="08203F"/>
                </a:solidFill>
              </a:rPr>
              <a:t>Hitung total, diskon tier, voucher, deposit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FA8A3-15BB-4262-AE2F-62050B1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6702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CA1352-0927-4821-AF8D-256F92EC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18669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FD4885-0CD3-4A22-A79D-64C1FE38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72FA54-5AB8-4F91-A15B-674B78F8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526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F23F3-77F5-4B62-8725-9B4BBDCD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956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203F"/>
                </a:solidFill>
              </a:defRPr>
            </a:pPr>
            <a:r>
              <a:rPr sz="1125" b="1">
                <a:solidFill>
                  <a:srgbClr val="08203F"/>
                </a:solidFill>
              </a:rPr>
              <a:t>Simpan transaction dan transaction items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DFAE5-F5BE-441D-89FF-27C58BE2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67025"/>
            <a:ext cx="23812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61534F-A330-46AA-BD7A-7AB56D42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95500"/>
            <a:ext cx="1866900" cy="179070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5F9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E3E5C2-D68F-48EC-918F-8755ECDE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034FD2-DDD3-4C1D-A8DC-01F152BEC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3526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862516-091A-4B47-9C87-9AD45C7F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95600"/>
            <a:ext cx="152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90" b="1">
                <a:solidFill>
                  <a:srgbClr val="08203F"/>
                </a:solidFill>
              </a:defRPr>
            </a:pPr>
            <a:r>
              <a:rPr sz="990" b="1">
                <a:solidFill>
                  <a:srgbClr val="08203F"/>
                </a:solidFill>
              </a:rPr>
              <a:t>Update status pesanan, stok ikan, poin member, voucher, arrival completed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D4C3CA-A8BE-40B8-9C08-79A753E0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26783"/>
                </a:solidFill>
              </a:defRPr>
            </a:pPr>
            <a:r>
              <a:rPr sz="1125" b="0">
                <a:solidFill>
                  <a:srgbClr val="526783"/>
                </a:solidFill>
              </a:rPr>
              <a:t>Checkout bukan hanya pembayaran, tetapi proses back-end yang menyatukan kunjungan, pesanan, stok, member, voucher, dan transaksi.</a:t>
            </a:r>
          </a:p>
        </p:txBody>
      </p:sp>
    </p:spTree>
    <p:extLst>
      <p:ext uri="{BB962C8B-B14F-4D97-AF65-F5344CB8AC3E}">
        <p14:creationId xmlns:p14="http://schemas.microsoft.com/office/powerpoint/2010/main" val="93450582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3e9df3dcb4ea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A1CB15-685E-45CE-AC3F-813CC967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3C5C9-FC83-40CA-B313-5391609D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04367-7D44-4FD2-B815-99604235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85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96205B-664D-4FB4-8E2C-844D0A11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203F"/>
                </a:solidFill>
              </a:defRPr>
            </a:pPr>
            <a:r>
              <a:rPr sz="2325" b="1">
                <a:solidFill>
                  <a:srgbClr val="08203F"/>
                </a:solidFill>
              </a:rPr>
              <a:t>Implementation: Auth, Middleware, dan Role Access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0E8A17-668A-4AF7-B51D-C3DE319B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7DF5D-52C9-4ED5-B7DB-17C1AD16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125200" cy="481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3E9EC-9DF7-47C3-8E37-FCF8F3C4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66800"/>
            <a:ext cx="552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1D9F8-CF0A-4DE3-9B1D-6C1274EA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8203F"/>
                </a:solidFill>
              </a:defRPr>
            </a:pPr>
            <a:r>
              <a:rPr sz="1650" b="1">
                <a:solidFill>
                  <a:srgbClr val="08203F"/>
                </a:solidFill>
              </a:rPr>
              <a:t>Mekanisme akses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93F94-D4A5-4DFA-967C-F996B88A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219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69F9B-615C-42E4-A2AE-E849FC870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812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6613F3-774C-4093-A7BC-0C5E7F43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1932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F55B9-F2D8-4740-838B-D931D899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047875"/>
            <a:ext cx="1219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E67A1-1B25-439F-838B-99145764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812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Token Sanctum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BF2F7-DDF5-4DC2-9B55-7423F02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1932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56558-4CD6-4BF3-84F1-6BCB078C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47875"/>
            <a:ext cx="1219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50FAC4-603D-45B1-996D-EB9B397F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812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Middleware role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A325A-853F-406C-BFEF-1BE5F562D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19325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BA880C-5DD4-4ECF-8827-D1AFA890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047875"/>
            <a:ext cx="1219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33E34-D005-4BC0-A8DF-8241DCEE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81225"/>
            <a:ext cx="106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8203F"/>
                </a:solidFill>
              </a:defRPr>
            </a:pPr>
            <a:r>
              <a:rPr sz="1050" b="1">
                <a:solidFill>
                  <a:srgbClr val="08203F"/>
                </a:solidFill>
              </a:rPr>
              <a:t>Controller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7CDF7B-D70B-421C-B278-0CE853A8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527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DB419-EAAB-42E6-A859-2DDC70A4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95625"/>
            <a:ext cx="4429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B4D"/>
                </a:solidFill>
              </a:defRPr>
            </a:pPr>
            <a:r>
              <a:rPr sz="1238" b="0">
                <a:solidFill>
                  <a:srgbClr val="132B4D"/>
                </a:solidFill>
              </a:rPr>
              <a:t>Auth memastikan user sudah login.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6F64D6-B4E1-45DB-98C1-5090C5C9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06269-D39E-4E05-905D-B145D94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B4D"/>
                </a:solidFill>
              </a:defRPr>
            </a:pPr>
            <a:r>
              <a:rPr sz="1238" b="0">
                <a:solidFill>
                  <a:srgbClr val="132B4D"/>
                </a:solidFill>
              </a:rPr>
              <a:t>Middleware role membatasi akses berdasarkan Owner, Employee, dan Member.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AC40E6-8294-418B-BF34-51499B786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059C6F-BA85-4571-90D8-54046CD23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957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38" b="0">
                <a:solidFill>
                  <a:srgbClr val="132B4D"/>
                </a:solidFill>
              </a:defRPr>
            </a:pPr>
            <a:r>
              <a:rPr sz="1238" b="0">
                <a:solidFill>
                  <a:srgbClr val="132B4D"/>
                </a:solidFill>
              </a:rPr>
              <a:t>Request ditolak sebelum masuk controller jika role tidak sesuai.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649A7C-A3E4-4B96-BB3E-4DDA6DA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3190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08203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B6F43F-73A3-45EB-ACCB-1ED87C27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76212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15FB88-B6E0-4819-A1B5-62871793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89547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Owner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8D6F10-F02F-41A4-80D3-3385C607B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17170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 b="0">
                <a:solidFill>
                  <a:srgbClr val="DBEAFE"/>
                </a:solidFill>
              </a:defRPr>
            </a:pPr>
            <a:r>
              <a:rPr sz="915" b="0">
                <a:solidFill>
                  <a:srgbClr val="DBEAFE"/>
                </a:solidFill>
              </a:rPr>
              <a:t>Kelola data master, member, laporan, voucher, dan konfigurasi.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E1F3CF1-DEE0-4E39-A528-1C3E428DA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3190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FD30A7-B2EE-4FE7-BCD5-20120031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8765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EBB107-4C27-4B6B-9DE3-4AC9FDE7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009900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03F"/>
                </a:solidFill>
              </a:defRPr>
            </a:pPr>
            <a:r>
              <a:rPr sz="1350" b="1">
                <a:solidFill>
                  <a:srgbClr val="08203F"/>
                </a:solidFill>
              </a:rPr>
              <a:t>Employee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6CD918-74D3-4E83-AD6A-A3AF8FC6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3286125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 b="0">
                <a:solidFill>
                  <a:srgbClr val="526783"/>
                </a:solidFill>
              </a:defRPr>
            </a:pPr>
            <a:r>
              <a:rPr sz="915" b="0">
                <a:solidFill>
                  <a:srgbClr val="526783"/>
                </a:solidFill>
              </a:rPr>
              <a:t>Menjalankan operasional harian: check-in, pesanan, checkout, stok.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AAD686-D6C9-4938-B55C-71F9C02D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90975"/>
            <a:ext cx="319087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F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44ABB3C-0FE3-41B5-83A2-D208D736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990975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6BD6FA-CA0B-4EC3-A10C-B4AC174B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124325"/>
            <a:ext cx="2847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8203F"/>
                </a:solidFill>
              </a:defRPr>
            </a:pPr>
            <a:r>
              <a:rPr sz="1350" b="1">
                <a:solidFill>
                  <a:srgbClr val="08203F"/>
                </a:solidFill>
              </a:rPr>
              <a:t>Member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A751EBA-3B0D-46BC-8F2F-D588C373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400550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 b="0">
                <a:solidFill>
                  <a:srgbClr val="526783"/>
                </a:solidFill>
              </a:defRPr>
            </a:pPr>
            <a:r>
              <a:rPr sz="915" b="0">
                <a:solidFill>
                  <a:srgbClr val="526783"/>
                </a:solidFill>
              </a:rPr>
              <a:t>Mengakses dashboard, QR code, pesanan, riwayat, dan leaderboard.</a:t>
            </a:r>
          </a:p>
        </p:txBody>
      </p:sp>
    </p:spTree>
    <p:extLst>
      <p:ext uri="{BB962C8B-B14F-4D97-AF65-F5344CB8AC3E}">
        <p14:creationId xmlns:p14="http://schemas.microsoft.com/office/powerpoint/2010/main" val="9346946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1b27ac034d43b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5C978D-A81B-4479-8664-E809549C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02A36D-D080-4A8A-8AED-F39974F9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97287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d174f525054c5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E9D7C-2D8E-4D85-88F7-A5EACB19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6D962-6ADD-4D45-B395-F40ED515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0980759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4fddc1c8946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2D7025-3EA7-4EE7-9F68-DC4D1EBC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E4A8A-B366-4206-A47A-C32965B1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4315435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2b7a4807641c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92B9C-597E-4367-9946-9A1A585A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70E2B-7BBD-4CA6-BBB1-6C9674EE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ABE37D-198A-406F-B933-D66BC6F2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3400"/>
            <a:ext cx="9858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123504-B6EA-4F66-AABF-1EBC9DB0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8203F"/>
                </a:solidFill>
              </a:defRPr>
            </a:pPr>
            <a:r>
              <a:rPr sz="2400" b="1">
                <a:solidFill>
                  <a:srgbClr val="08203F"/>
                </a:solidFill>
              </a:rPr>
              <a:t>Demonstrasi Aplikasi: Workflow Back-End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1F3DC-45BD-4D1B-B8B9-F4254E50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2870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BF4123-669E-465B-8A0D-1688C48D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125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13054-C874-456C-A7A3-0B5500A1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355579-76E5-44E6-B3D5-51E83777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466850"/>
            <a:ext cx="447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132B4D"/>
                </a:solidFill>
              </a:defRPr>
            </a:pPr>
            <a:r>
              <a:rPr sz="1088" b="0">
                <a:solidFill>
                  <a:srgbClr val="132B4D"/>
                </a:solidFill>
              </a:rPr>
              <a:t>Employee melakukan check-in dan pesanan melalui prototype.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7C6231-3F6E-4670-B942-EFCBC233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812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913D62-0575-4A38-9F59-B08B94E93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9240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132B4D"/>
                </a:solidFill>
              </a:defRPr>
            </a:pPr>
            <a:r>
              <a:rPr sz="1088" b="0">
                <a:solidFill>
                  <a:srgbClr val="132B4D"/>
                </a:solidFill>
              </a:rPr>
              <a:t>Request dikirim ke endpoint Laravel sesuai role.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ACD41-3761-41ED-80CB-E94BD3FD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09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57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7393F-EE3B-4285-9EDC-ACF07D78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52675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88" b="0">
                <a:solidFill>
                  <a:srgbClr val="132B4D"/>
                </a:solidFill>
              </a:defRPr>
            </a:pPr>
            <a:r>
              <a:rPr sz="1088" b="0">
                <a:solidFill>
                  <a:srgbClr val="132B4D"/>
                </a:solidFill>
              </a:rPr>
              <a:t>Back-end memproses checkout, update stok/poin, lalu mengembalikan JSON.</a:t>
            </a:r>
          </a:p>
        </p:txBody>
      </p:sp>
    </p:spTree>
    <p:extLst>
      <p:ext uri="{BB962C8B-B14F-4D97-AF65-F5344CB8AC3E}">
        <p14:creationId xmlns:p14="http://schemas.microsoft.com/office/powerpoint/2010/main" val="1399358330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ce8c3e6f54d3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F1195-CBED-46BB-8BB2-F96B3B73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45507-EB77-4E7E-AB31-0F4C0C7A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27879367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c1a5a456a403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F0AA8-C322-4734-B031-45CFAFD1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262F61-249D-4E12-811C-ECC47E48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8636060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f89951f035490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E0F58D-90E4-489A-9D30-495D9670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44060-DF41-4661-A089-7CCC9C67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53695642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42753d69e42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99DE9D-B6EC-420C-8403-C19421ED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115050"/>
            <a:ext cx="628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84410-D5AB-402C-903C-C949D6E7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6172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8203F"/>
                </a:solidFill>
              </a:defRPr>
            </a:pPr>
            <a:r>
              <a:rPr sz="975" b="1">
                <a:solidFill>
                  <a:srgbClr val="08203F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1770992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200806577a45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9096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2026-07-07T08:18:38.5890000Z</dcterms:created>
  <dcterms:modified xsi:type="dcterms:W3CDTF">2026-07-07T08:18:38.5890000Z</dcterms:modified>
</coreProperties>
</file>